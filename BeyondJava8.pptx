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844" r:id="rId5"/>
    <p:sldMasterId id="2147483851" r:id="rId6"/>
    <p:sldMasterId id="2147483871" r:id="rId7"/>
  </p:sldMasterIdLst>
  <p:notesMasterIdLst>
    <p:notesMasterId r:id="rId37"/>
  </p:notesMasterIdLst>
  <p:sldIdLst>
    <p:sldId id="384" r:id="rId8"/>
    <p:sldId id="389" r:id="rId9"/>
    <p:sldId id="386" r:id="rId10"/>
    <p:sldId id="397" r:id="rId11"/>
    <p:sldId id="417" r:id="rId12"/>
    <p:sldId id="392" r:id="rId13"/>
    <p:sldId id="396" r:id="rId14"/>
    <p:sldId id="400" r:id="rId15"/>
    <p:sldId id="398" r:id="rId16"/>
    <p:sldId id="399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393" r:id="rId30"/>
    <p:sldId id="415" r:id="rId31"/>
    <p:sldId id="421" r:id="rId32"/>
    <p:sldId id="416" r:id="rId33"/>
    <p:sldId id="418" r:id="rId34"/>
    <p:sldId id="419" r:id="rId35"/>
    <p:sldId id="390" r:id="rId36"/>
  </p:sldIdLst>
  <p:sldSz cx="12192000" cy="6858000"/>
  <p:notesSz cx="6858000" cy="9144000"/>
  <p:embeddedFontLst>
    <p:embeddedFont>
      <p:font typeface="Arial Unicode MS" panose="020B0604020202020204" charset="-128"/>
      <p:regular r:id="rId38"/>
    </p:embeddedFont>
    <p:embeddedFont>
      <p:font typeface="Denim" panose="020B0504030102020204" pitchFamily="34" charset="0"/>
      <p:regular r:id="rId39"/>
    </p:embeddedFont>
    <p:embeddedFont>
      <p:font typeface="Denim SemiBold" panose="020B0704030102020204" pitchFamily="34" charset="0"/>
      <p:bold r:id="rId40"/>
    </p:embeddedFont>
    <p:embeddedFont>
      <p:font typeface="Denim WD SemiBold" panose="020B0705030102020204" pitchFamily="34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70E10F-2C93-5614-3DEB-2BE33D38B80F}" name="Chelsea Pence" initials="CP" userId="S::chelsea.pence@paysafe.com::5e3aa780-c8ff-42bf-8a77-896fe5d92dd8" providerId="AD"/>
  <p188:author id="{20CFBEE5-FB5A-08D2-AE6D-5F908A5ACD59}" name="Mr Robinson" initials="DR" userId="S::dro@chpb.onmicrosoft.com::04bd4113-73c2-4d2a-80cf-c53c816e7d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D2EB"/>
    <a:srgbClr val="A789FF"/>
    <a:srgbClr val="FF99DE"/>
    <a:srgbClr val="FF9D46"/>
    <a:srgbClr val="210373"/>
    <a:srgbClr val="23AB23"/>
    <a:srgbClr val="CDD3C8"/>
    <a:srgbClr val="37DC4A"/>
    <a:srgbClr val="2B2E2C"/>
    <a:srgbClr val="414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35"/>
    <p:restoredTop sz="96000"/>
  </p:normalViewPr>
  <p:slideViewPr>
    <p:cSldViewPr snapToGrid="0">
      <p:cViewPr varScale="1">
        <p:scale>
          <a:sx n="111" d="100"/>
          <a:sy n="111" d="100"/>
        </p:scale>
        <p:origin x="138" y="96"/>
      </p:cViewPr>
      <p:guideLst/>
    </p:cSldViewPr>
  </p:slideViewPr>
  <p:outlineViewPr>
    <p:cViewPr>
      <p:scale>
        <a:sx n="33" d="100"/>
        <a:sy n="33" d="100"/>
      </p:scale>
      <p:origin x="0" y="-660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2.fntdata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F857C-D31D-7B46-98D7-76EDA79ED732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0165E-CDA6-AF4F-B834-D4C6B018AF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2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11491913" cy="4217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97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397000"/>
            <a:ext cx="5490000" cy="4779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91333-C54D-3B5E-D9E8-A238CA7A5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4000" y="1397000"/>
            <a:ext cx="5490000" cy="4779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93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4218CCD-B61D-AC86-54C3-DCECB5A36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6473" y="2137623"/>
            <a:ext cx="1547864" cy="914400"/>
          </a:xfrm>
        </p:spPr>
        <p:txBody>
          <a:bodyPr anchor="b"/>
          <a:lstStyle>
            <a:lvl1pPr algn="ctr">
              <a:lnSpc>
                <a:spcPct val="80000"/>
              </a:lnSpc>
              <a:defRPr sz="2400" b="0" i="0" spc="-100" baseline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D693450-5B02-9A49-5804-D6A37AEF4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9270" y="2137623"/>
            <a:ext cx="1547864" cy="914400"/>
          </a:xfrm>
        </p:spPr>
        <p:txBody>
          <a:bodyPr anchor="b"/>
          <a:lstStyle>
            <a:lvl1pPr algn="ctr">
              <a:lnSpc>
                <a:spcPct val="80000"/>
              </a:lnSpc>
              <a:defRPr sz="2400" b="0" i="0" spc="-100" baseline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1590C53-4560-FE0E-D79B-1E11352999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22068" y="2137623"/>
            <a:ext cx="1547864" cy="914400"/>
          </a:xfrm>
        </p:spPr>
        <p:txBody>
          <a:bodyPr anchor="b"/>
          <a:lstStyle>
            <a:lvl1pPr algn="ctr">
              <a:lnSpc>
                <a:spcPct val="80000"/>
              </a:lnSpc>
              <a:defRPr sz="2400" b="0" i="0" spc="-100" baseline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9C1711-FD65-3CA9-483E-900B6A564F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24866" y="2137623"/>
            <a:ext cx="1547864" cy="914400"/>
          </a:xfrm>
        </p:spPr>
        <p:txBody>
          <a:bodyPr anchor="b"/>
          <a:lstStyle>
            <a:lvl1pPr algn="ctr">
              <a:lnSpc>
                <a:spcPct val="80000"/>
              </a:lnSpc>
              <a:defRPr sz="2400" b="0" i="0" spc="-100" baseline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2EAD27AC-E011-1113-32CC-827F8D4FA9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27663" y="2137623"/>
            <a:ext cx="1547864" cy="914400"/>
          </a:xfrm>
        </p:spPr>
        <p:txBody>
          <a:bodyPr anchor="b"/>
          <a:lstStyle>
            <a:lvl1pPr algn="ctr">
              <a:lnSpc>
                <a:spcPct val="80000"/>
              </a:lnSpc>
              <a:defRPr sz="2400" b="0" i="0" spc="-100" baseline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96CBDC9-433D-5106-B488-D3ABC38FD0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65372" y="3590584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9166EE9-DE5A-6E91-B0C9-EF04194C8A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65386" y="3590584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79ED0EEF-B0DC-F38A-0848-0F04BF0626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5400" y="3590584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88A63C2-BFD4-5BE5-4302-E3C2369141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5414" y="3590584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0C16CEBB-E699-CD13-718F-58DE0A41EF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65428" y="3590584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2611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48B2F15-E77B-E31B-2B3F-4AD8924F334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699891" y="2209544"/>
            <a:ext cx="792484" cy="811212"/>
          </a:xfrm>
          <a:solidFill>
            <a:schemeClr val="bg1"/>
          </a:solidFill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GB" dirty="0"/>
              <a:t>Place icon here and/or delete box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0C16CEBB-E699-CD13-718F-58DE0A41EF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65428" y="3929327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DC349679-A825-709C-3ABD-B9F4655C6B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00028" y="3270590"/>
            <a:ext cx="792000" cy="316800"/>
          </a:xfrm>
          <a:solidFill>
            <a:schemeClr val="accent1"/>
          </a:solidFill>
          <a:ln w="101600" cap="rnd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 b="0" i="0" spc="-100" baseline="0">
                <a:solidFill>
                  <a:schemeClr val="bg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88A63C2-BFD4-5BE5-4302-E3C2369141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5414" y="3929327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583AFC0-D59B-1A5B-0458-D51E93FEE7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00014" y="3270590"/>
            <a:ext cx="792000" cy="316800"/>
          </a:xfrm>
          <a:solidFill>
            <a:schemeClr val="accent1"/>
          </a:solidFill>
          <a:ln w="101600" cap="rnd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 b="0" i="0" spc="-100" baseline="0">
                <a:solidFill>
                  <a:schemeClr val="bg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7E4AB292-12EB-A77A-EC25-65E418E614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00000" y="3270590"/>
            <a:ext cx="792000" cy="316800"/>
          </a:xfrm>
          <a:solidFill>
            <a:schemeClr val="accent1"/>
          </a:solidFill>
          <a:ln w="101600" cap="rnd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 b="0" i="0" spc="-100" baseline="0">
                <a:solidFill>
                  <a:schemeClr val="bg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9166EE9-DE5A-6E91-B0C9-EF04194C8A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65386" y="3929327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B78ACF8-12C5-C1CD-93F1-2F3EF0C54E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9986" y="3270590"/>
            <a:ext cx="792000" cy="316800"/>
          </a:xfrm>
          <a:solidFill>
            <a:schemeClr val="accent1"/>
          </a:solidFill>
          <a:ln w="101600" cap="rnd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 b="0" i="0" spc="-100" baseline="0">
                <a:solidFill>
                  <a:schemeClr val="bg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4218CCD-B61D-AC86-54C3-DCECB5A36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9972" y="3270590"/>
            <a:ext cx="792000" cy="316800"/>
          </a:xfrm>
          <a:solidFill>
            <a:schemeClr val="accent1"/>
          </a:solidFill>
          <a:ln w="101600" cap="rnd">
            <a:solidFill>
              <a:schemeClr val="accent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00" b="0" i="0" spc="-100" baseline="0">
                <a:solidFill>
                  <a:schemeClr val="bg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96CBDC9-433D-5106-B488-D3ABC38FD0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65372" y="3929327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79ED0EEF-B0DC-F38A-0848-0F04BF0626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65400" y="3929327"/>
            <a:ext cx="1861200" cy="768350"/>
          </a:xfrm>
        </p:spPr>
        <p:txBody>
          <a:bodyPr/>
          <a:lstStyle>
            <a:lvl1pPr algn="ctr">
              <a:lnSpc>
                <a:spcPct val="90000"/>
              </a:lnSpc>
              <a:defRPr sz="1800" b="0" i="0" spc="-100" baseline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 sz="1400"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3" name="Content Placeholder 31">
            <a:extLst>
              <a:ext uri="{FF2B5EF4-FFF2-40B4-BE49-F238E27FC236}">
                <a16:creationId xmlns:a16="http://schemas.microsoft.com/office/drawing/2014/main" id="{E573C2DE-0534-E798-3D8D-B92452ABDD6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99865" y="2209544"/>
            <a:ext cx="792484" cy="811212"/>
          </a:xfrm>
          <a:solidFill>
            <a:schemeClr val="bg1"/>
          </a:solidFill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GB" dirty="0"/>
              <a:t>Place icon here and/or delete box</a:t>
            </a:r>
          </a:p>
        </p:txBody>
      </p:sp>
      <p:sp>
        <p:nvSpPr>
          <p:cNvPr id="34" name="Content Placeholder 31">
            <a:extLst>
              <a:ext uri="{FF2B5EF4-FFF2-40B4-BE49-F238E27FC236}">
                <a16:creationId xmlns:a16="http://schemas.microsoft.com/office/drawing/2014/main" id="{7748F937-516A-B500-CA8C-D2EE5CF4CC19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699839" y="2209544"/>
            <a:ext cx="792484" cy="811212"/>
          </a:xfrm>
          <a:solidFill>
            <a:schemeClr val="bg1"/>
          </a:solidFill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GB" dirty="0"/>
              <a:t>Place icon here and/or delete box</a:t>
            </a:r>
          </a:p>
        </p:txBody>
      </p:sp>
      <p:sp>
        <p:nvSpPr>
          <p:cNvPr id="35" name="Content Placeholder 31">
            <a:extLst>
              <a:ext uri="{FF2B5EF4-FFF2-40B4-BE49-F238E27FC236}">
                <a16:creationId xmlns:a16="http://schemas.microsoft.com/office/drawing/2014/main" id="{29286813-4459-B4F6-4EE3-0A04D0D47BF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699813" y="2209544"/>
            <a:ext cx="792484" cy="811212"/>
          </a:xfrm>
          <a:solidFill>
            <a:schemeClr val="bg1"/>
          </a:solidFill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GB" dirty="0"/>
              <a:t>Place icon here and/or delete box</a:t>
            </a:r>
          </a:p>
        </p:txBody>
      </p:sp>
      <p:sp>
        <p:nvSpPr>
          <p:cNvPr id="36" name="Content Placeholder 31">
            <a:extLst>
              <a:ext uri="{FF2B5EF4-FFF2-40B4-BE49-F238E27FC236}">
                <a16:creationId xmlns:a16="http://schemas.microsoft.com/office/drawing/2014/main" id="{AB068EBE-908B-6C30-6C82-33B88206CC82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699786" y="2209544"/>
            <a:ext cx="792484" cy="811212"/>
          </a:xfrm>
          <a:solidFill>
            <a:schemeClr val="bg1"/>
          </a:solidFill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GB" dirty="0"/>
              <a:t>Place icon here and/or delete box</a:t>
            </a:r>
          </a:p>
        </p:txBody>
      </p:sp>
    </p:spTree>
    <p:extLst>
      <p:ext uri="{BB962C8B-B14F-4D97-AF65-F5344CB8AC3E}">
        <p14:creationId xmlns:p14="http://schemas.microsoft.com/office/powerpoint/2010/main" val="427214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10127DA0-5BCB-D58E-A44E-A11603B0ED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271258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4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A31674E-5117-CDF8-D7EE-BADC001C068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88671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1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380ABBE-B147-BF19-B168-8228042012A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06085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4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90D4501-8C78-77C0-CC95-893A537992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23499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1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68259D98-0950-DB12-7713-94346B81AC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40913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4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061F84-88EE-B98B-B04A-09562B490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8327" y="2452688"/>
            <a:ext cx="1584000" cy="2981325"/>
          </a:xfrm>
          <a:prstGeom prst="roundRect">
            <a:avLst>
              <a:gd name="adj" fmla="val 3169"/>
            </a:avLst>
          </a:prstGeom>
          <a:solidFill>
            <a:schemeClr val="accent1"/>
          </a:solidFill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D8D0572-0587-B9DD-4475-D7C77BE65B1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8327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2" name="Content Placeholder 5">
            <a:extLst>
              <a:ext uri="{FF2B5EF4-FFF2-40B4-BE49-F238E27FC236}">
                <a16:creationId xmlns:a16="http://schemas.microsoft.com/office/drawing/2014/main" id="{C574D703-71C2-4D60-BA84-5E7A7B2C45E2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40913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3" name="Content Placeholder 5">
            <a:extLst>
              <a:ext uri="{FF2B5EF4-FFF2-40B4-BE49-F238E27FC236}">
                <a16:creationId xmlns:a16="http://schemas.microsoft.com/office/drawing/2014/main" id="{6CAFEBC5-89B1-45FD-5196-F691E8C23B4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23499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4" name="Content Placeholder 5">
            <a:extLst>
              <a:ext uri="{FF2B5EF4-FFF2-40B4-BE49-F238E27FC236}">
                <a16:creationId xmlns:a16="http://schemas.microsoft.com/office/drawing/2014/main" id="{296E17D1-5D26-169E-D574-EA24CCF432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306085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5" name="Content Placeholder 5">
            <a:extLst>
              <a:ext uri="{FF2B5EF4-FFF2-40B4-BE49-F238E27FC236}">
                <a16:creationId xmlns:a16="http://schemas.microsoft.com/office/drawing/2014/main" id="{5D72117F-55CE-1E87-9CF5-1C868857D9D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288671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6" name="Content Placeholder 5">
            <a:extLst>
              <a:ext uri="{FF2B5EF4-FFF2-40B4-BE49-F238E27FC236}">
                <a16:creationId xmlns:a16="http://schemas.microsoft.com/office/drawing/2014/main" id="{06AE6CC5-70ED-415F-B76E-24F4AD97C8C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271258" y="1397000"/>
            <a:ext cx="1584000" cy="1055688"/>
          </a:xfrm>
          <a:prstGeom prst="roundRect">
            <a:avLst>
              <a:gd name="adj" fmla="val 4111"/>
            </a:avLst>
          </a:prstGeom>
          <a:noFill/>
        </p:spPr>
        <p:txBody>
          <a:bodyPr lIns="54000" tIns="144000" rIns="36000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2959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imple graphic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10127DA0-5BCB-D58E-A44E-A11603B0ED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271258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1A31674E-5117-CDF8-D7EE-BADC001C068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88671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380ABBE-B147-BF19-B168-8228042012A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06085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90D4501-8C78-77C0-CC95-893A537992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23499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68259D98-0950-DB12-7713-94346B81AC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40913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061F84-88EE-B98B-B04A-09562B490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8327" y="2464456"/>
            <a:ext cx="1584000" cy="2969557"/>
          </a:xfrm>
          <a:prstGeom prst="roundRect">
            <a:avLst>
              <a:gd name="adj" fmla="val 3169"/>
            </a:avLst>
          </a:pr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lIns="72000" tIns="72000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D8D0572-0587-B9DD-4475-D7C77BE65B1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8327" y="1397000"/>
            <a:ext cx="1584000" cy="1055688"/>
          </a:xfrm>
          <a:prstGeom prst="rect">
            <a:avLst/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2" name="Content Placeholder 5">
            <a:extLst>
              <a:ext uri="{FF2B5EF4-FFF2-40B4-BE49-F238E27FC236}">
                <a16:creationId xmlns:a16="http://schemas.microsoft.com/office/drawing/2014/main" id="{C574D703-71C2-4D60-BA84-5E7A7B2C45E2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340913" y="1397000"/>
            <a:ext cx="1584000" cy="1055688"/>
          </a:xfrm>
          <a:prstGeom prst="rect">
            <a:avLst/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3" name="Content Placeholder 5">
            <a:extLst>
              <a:ext uri="{FF2B5EF4-FFF2-40B4-BE49-F238E27FC236}">
                <a16:creationId xmlns:a16="http://schemas.microsoft.com/office/drawing/2014/main" id="{6CAFEBC5-89B1-45FD-5196-F691E8C23B4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23499" y="1397000"/>
            <a:ext cx="1584000" cy="1055688"/>
          </a:xfrm>
          <a:prstGeom prst="rect">
            <a:avLst/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4" name="Content Placeholder 5">
            <a:extLst>
              <a:ext uri="{FF2B5EF4-FFF2-40B4-BE49-F238E27FC236}">
                <a16:creationId xmlns:a16="http://schemas.microsoft.com/office/drawing/2014/main" id="{296E17D1-5D26-169E-D574-EA24CCF432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306085" y="1397000"/>
            <a:ext cx="1584000" cy="1055688"/>
          </a:xfrm>
          <a:prstGeom prst="rect">
            <a:avLst/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5" name="Content Placeholder 5">
            <a:extLst>
              <a:ext uri="{FF2B5EF4-FFF2-40B4-BE49-F238E27FC236}">
                <a16:creationId xmlns:a16="http://schemas.microsoft.com/office/drawing/2014/main" id="{5D72117F-55CE-1E87-9CF5-1C868857D9D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288671" y="1397000"/>
            <a:ext cx="1584000" cy="1055688"/>
          </a:xfrm>
          <a:prstGeom prst="rect">
            <a:avLst/>
          </a:prstGeom>
          <a:noFill/>
        </p:spPr>
        <p:txBody>
          <a:bodyPr lIns="54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6" name="Content Placeholder 5">
            <a:extLst>
              <a:ext uri="{FF2B5EF4-FFF2-40B4-BE49-F238E27FC236}">
                <a16:creationId xmlns:a16="http://schemas.microsoft.com/office/drawing/2014/main" id="{06AE6CC5-70ED-415F-B76E-24F4AD97C8C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271258" y="1397000"/>
            <a:ext cx="1584000" cy="1055688"/>
          </a:xfrm>
          <a:prstGeom prst="rect">
            <a:avLst/>
          </a:prstGeom>
          <a:noFill/>
        </p:spPr>
        <p:txBody>
          <a:bodyPr lIns="54000" tIns="144000" rIns="36000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470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061F84-88EE-B98B-B04A-09562B490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0441EA-AB67-5E54-6026-0B25B42FEC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2153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06CC542-9E39-14DC-DA6A-50D17B3562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4306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BDAF7C-FCDB-840A-F650-242FACFDC8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6459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E1DAFDF-DC58-7E82-B8B7-EA1C3AB8D2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8612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3AB833F-E8D2-77DD-B442-ED372AE0A4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270764" y="1403350"/>
            <a:ext cx="1584000" cy="4030663"/>
          </a:xfrm>
          <a:prstGeom prst="roundRect">
            <a:avLst>
              <a:gd name="adj" fmla="val 3956"/>
            </a:avLst>
          </a:prstGeom>
          <a:noFill/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defRPr sz="1400" b="0" i="0">
                <a:solidFill>
                  <a:schemeClr val="tx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267F640-85AC-BBDF-FB58-B2CFCBA71D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60000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027C35B-CE6E-D80E-5597-69D1D4B8DA8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342153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DE3F9BE-7292-CDA3-49A9-DAC18B107B31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24306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3D2747F-2C6B-D814-9892-FDD60B27890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06459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749B050-BCC1-FF94-EDFC-3F39AA84814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88612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A7DEE3B-194D-B614-ABBA-0685112C4E19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0270764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</p:spTree>
    <p:extLst>
      <p:ext uri="{BB962C8B-B14F-4D97-AF65-F5344CB8AC3E}">
        <p14:creationId xmlns:p14="http://schemas.microsoft.com/office/powerpoint/2010/main" val="327666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061F84-88EE-B98B-B04A-09562B490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0441EA-AB67-5E54-6026-0B25B42FEC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2153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06CC542-9E39-14DC-DA6A-50D17B3562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4306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BDAF7C-FCDB-840A-F650-242FACFDC8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6459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E1DAFDF-DC58-7E82-B8B7-EA1C3AB8D2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8612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3AB833F-E8D2-77DD-B442-ED372AE0A4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270764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91D3CD0-83DF-1FA5-52E6-F3F3E19F816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60000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bg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643D73F-3508-6DEE-C6EC-DB5AAA34234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342153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0D54253-EC07-76A0-2502-EC3B099F631E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24306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bg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9B3176B-ED8F-FC3D-91DD-D5F9B0F0C471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06459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280700C-D447-80A8-7717-AF9FFE2DECD9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88612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bg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06F6CBB3-C4CA-F4A4-8F52-FF604CDE440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0270764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</p:spTree>
    <p:extLst>
      <p:ext uri="{BB962C8B-B14F-4D97-AF65-F5344CB8AC3E}">
        <p14:creationId xmlns:p14="http://schemas.microsoft.com/office/powerpoint/2010/main" val="428664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061F84-88EE-B98B-B04A-09562B490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E219A-D0AF-9804-BFC5-E2B0C1D49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0441EA-AB67-5E54-6026-0B25B42FEC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2153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06CC542-9E39-14DC-DA6A-50D17B3562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4306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BDAF7C-FCDB-840A-F650-242FACFDC8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6459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bg2"/>
              </a:buClr>
              <a:defRPr sz="1400" b="0" i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E1DAFDF-DC58-7E82-B8B7-EA1C3AB8D2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8612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3AB833F-E8D2-77DD-B442-ED372AE0A4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270764" y="1397000"/>
            <a:ext cx="1584000" cy="4037013"/>
          </a:xfrm>
          <a:prstGeom prst="roundRect">
            <a:avLst>
              <a:gd name="adj" fmla="val 395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lIns="54000" tIns="1475999" rIns="36000"/>
          <a:lstStyle>
            <a:lvl1pPr>
              <a:lnSpc>
                <a:spcPct val="110000"/>
              </a:lnSpc>
              <a:spcAft>
                <a:spcPts val="0"/>
              </a:spcAft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>
              <a:lnSpc>
                <a:spcPct val="110000"/>
              </a:lnSpc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2pPr>
            <a:lvl3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3pPr>
            <a:lvl4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defRPr sz="1400" b="0" i="0">
                <a:solidFill>
                  <a:schemeClr val="accent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91D3CD0-83DF-1FA5-52E6-F3F3E19F816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60000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bg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643D73F-3508-6DEE-C6EC-DB5AAA34234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342153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0D54253-EC07-76A0-2502-EC3B099F631E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24306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9B3176B-ED8F-FC3D-91DD-D5F9B0F0C471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06459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bg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280700C-D447-80A8-7717-AF9FFE2DECD9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88612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06F6CBB3-C4CA-F4A4-8F52-FF604CDE440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0270764" y="1403350"/>
            <a:ext cx="1584000" cy="1049338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txBody>
          <a:bodyPr lIns="36000" tIns="0" rIns="36000" anchor="ctr"/>
          <a:lstStyle>
            <a:lvl1pPr algn="ctr">
              <a:defRPr sz="1800" b="0" i="0" spc="-100" baseline="0">
                <a:solidFill>
                  <a:schemeClr val="accent2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Type Title or add image</a:t>
            </a:r>
          </a:p>
        </p:txBody>
      </p:sp>
    </p:spTree>
    <p:extLst>
      <p:ext uri="{BB962C8B-B14F-4D97-AF65-F5344CB8AC3E}">
        <p14:creationId xmlns:p14="http://schemas.microsoft.com/office/powerpoint/2010/main" val="62334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38EB909-FA6E-2187-A6F8-A4E0AF4BB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998" y="1397000"/>
            <a:ext cx="10193339" cy="871538"/>
          </a:xfrm>
          <a:prstGeom prst="roundRect">
            <a:avLst>
              <a:gd name="adj" fmla="val 5797"/>
            </a:avLst>
          </a:prstGeom>
          <a:noFill/>
          <a:ln w="12700">
            <a:solidFill>
              <a:schemeClr val="accent1"/>
            </a:solidFill>
          </a:ln>
        </p:spPr>
        <p:txBody>
          <a:bodyPr lIns="216000" rIns="6480000" anchor="ctr"/>
          <a:lstStyle>
            <a:lvl1pPr algn="l">
              <a:defRPr sz="18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Title black bold 18pt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0AD25-DD69-A4AB-DE83-7C36497C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147C8-F562-1211-E1E7-C2D261D14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346AE8A-BFF3-EAAC-7C9E-BB91E2961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043" y="1397000"/>
            <a:ext cx="1103312" cy="871538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algn="ctr">
              <a:defRPr sz="40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BFED3B1-DF7E-EE93-B95D-2F71CE5DF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3550" y="1397000"/>
            <a:ext cx="6300788" cy="871538"/>
          </a:xfrm>
        </p:spPr>
        <p:txBody>
          <a:bodyPr anchor="ctr"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9CAA9881-531A-2928-D180-C8562EE106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50998" y="2452055"/>
            <a:ext cx="10193339" cy="871538"/>
          </a:xfrm>
          <a:prstGeom prst="roundRect">
            <a:avLst>
              <a:gd name="adj" fmla="val 5797"/>
            </a:avLst>
          </a:prstGeom>
          <a:noFill/>
          <a:ln w="12700">
            <a:solidFill>
              <a:schemeClr val="accent1"/>
            </a:solidFill>
          </a:ln>
        </p:spPr>
        <p:txBody>
          <a:bodyPr lIns="216000" rIns="6480000" anchor="ctr"/>
          <a:lstStyle>
            <a:lvl1pPr algn="l">
              <a:defRPr sz="18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Title black bold 18pt here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05019B6-9AE3-B42B-6FE2-27EE2D22D8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043" y="2452055"/>
            <a:ext cx="1103312" cy="871538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algn="ctr">
              <a:defRPr sz="40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72EB891-137A-38BE-16DE-218CAB9BC1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3550" y="2452055"/>
            <a:ext cx="6300788" cy="871538"/>
          </a:xfrm>
        </p:spPr>
        <p:txBody>
          <a:bodyPr anchor="ctr"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997419A-E232-64A2-765A-4131720BF7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50998" y="3507110"/>
            <a:ext cx="10193339" cy="871538"/>
          </a:xfrm>
          <a:prstGeom prst="roundRect">
            <a:avLst>
              <a:gd name="adj" fmla="val 5797"/>
            </a:avLst>
          </a:prstGeom>
          <a:noFill/>
          <a:ln w="12700">
            <a:solidFill>
              <a:schemeClr val="accent1"/>
            </a:solidFill>
          </a:ln>
        </p:spPr>
        <p:txBody>
          <a:bodyPr lIns="216000" rIns="6480000" anchor="ctr"/>
          <a:lstStyle>
            <a:lvl1pPr algn="l">
              <a:defRPr sz="18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Title black bold 18pt here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B806D21F-CE50-B554-9BE8-964A290B6D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043" y="3507110"/>
            <a:ext cx="1103312" cy="871538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algn="ctr">
              <a:defRPr sz="40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727B86B3-CDB0-6B85-55B4-4674C6F8C5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43550" y="3507110"/>
            <a:ext cx="6300788" cy="871538"/>
          </a:xfrm>
        </p:spPr>
        <p:txBody>
          <a:bodyPr anchor="ctr"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D35EB958-491B-996B-24B3-9056A5BD8C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0998" y="4562166"/>
            <a:ext cx="10193339" cy="871538"/>
          </a:xfrm>
          <a:prstGeom prst="roundRect">
            <a:avLst>
              <a:gd name="adj" fmla="val 5797"/>
            </a:avLst>
          </a:prstGeom>
          <a:noFill/>
          <a:ln w="12700">
            <a:solidFill>
              <a:schemeClr val="accent1"/>
            </a:solidFill>
          </a:ln>
        </p:spPr>
        <p:txBody>
          <a:bodyPr lIns="216000" rIns="6480000" anchor="ctr"/>
          <a:lstStyle>
            <a:lvl1pPr algn="l">
              <a:defRPr sz="18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Title black bold 18pt here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54EA3C96-1CEA-DE5D-D82D-6006FED1B1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043" y="4562166"/>
            <a:ext cx="1103312" cy="871538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algn="ctr">
              <a:defRPr sz="4000" b="1" i="0">
                <a:solidFill>
                  <a:schemeClr val="tx1"/>
                </a:solidFill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E4774351-485F-AB45-1AF7-EEA372305B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43550" y="4562166"/>
            <a:ext cx="6300788" cy="871538"/>
          </a:xfrm>
        </p:spPr>
        <p:txBody>
          <a:bodyPr anchor="ctr"/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23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imple graphic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BAAB-7776-6F3A-A2DB-74964EB6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4C3-A1ED-BD03-6F0D-EAA573479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FC65AC9A-152D-C5CC-CA7D-793DDE49FE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793" y="134712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A37BA3BE-9B2D-A0A4-5575-31D917044D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7009" y="139699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2A8538B9-EB06-0AF2-DB40-4F567B4010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18150" y="134712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D9DC0C06-AA6F-5887-DDA9-E573A76688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47366" y="139699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E3FC644-1ADA-717A-DAB6-30F4F63F07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5131" y="134712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CDFFC00F-6504-3B95-FA35-2A1C4FF329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54347" y="139699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D87E2D9-7497-B900-3E91-89F5DEF25D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7794" y="347518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04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ED554F26-87FD-EB24-7C32-CA3AC17C5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57010" y="352505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1C560B2B-2AEB-E034-9A43-D0764D1D1C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18155" y="347518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05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83058BF-6E9A-D347-6747-093483AE27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47371" y="352505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33A796A-3D0B-FB37-62B8-F7456C1D8A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5137" y="3475185"/>
            <a:ext cx="1261610" cy="8715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>
            <a:lvl1pPr marL="0" algn="l" defTabSz="914400" rtl="0" eaLnBrk="1" latinLnBrk="0" hangingPunct="1">
              <a:defRPr lang="en-GB" sz="8000" kern="1200" spc="-200" baseline="0" dirty="0" smtClean="0">
                <a:solidFill>
                  <a:schemeClr val="accent1">
                    <a:alpha val="25000"/>
                  </a:schemeClr>
                </a:solidFill>
                <a:latin typeface="Denim SemiBold" panose="020B0504030102020204" pitchFamily="34" charset="77"/>
                <a:ea typeface="+mn-ea"/>
                <a:cs typeface="Denim SemiBold" panose="020B0504030102020204" pitchFamily="34" charset="77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06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D9B90B6-AD5B-0919-1127-C7AD0B6CC1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54353" y="3525059"/>
            <a:ext cx="2384017" cy="1927225"/>
          </a:xfrm>
        </p:spPr>
        <p:txBody>
          <a:bodyPr anchor="t"/>
          <a:lstStyle>
            <a:lvl1pPr>
              <a:lnSpc>
                <a:spcPct val="100000"/>
              </a:lnSpc>
              <a:defRPr sz="1800" b="1" i="0">
                <a:latin typeface="Denim SemiBold" panose="020B0504030102020204" pitchFamily="34" charset="77"/>
                <a:cs typeface="Denim SemiBold" panose="020B0504030102020204" pitchFamily="34" charset="77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0282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ody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F43F2B-D0DD-3280-F022-376DF0A24FE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DD3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Denim" panose="020B0504030102020204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5490000" cy="8599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397000"/>
            <a:ext cx="5490000" cy="4779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91333-C54D-3B5E-D9E8-A238CA7A5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4800" y="1397001"/>
            <a:ext cx="5001875" cy="4217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000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+ 1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397000"/>
            <a:ext cx="5490000" cy="40370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0AA2CD-4BD2-A804-5548-42D1EE3BB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0" y="1397000"/>
            <a:ext cx="5494338" cy="4037013"/>
          </a:xfrm>
          <a:prstGeom prst="roundRect">
            <a:avLst>
              <a:gd name="adj" fmla="val 2156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0314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+ 3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5" y="1397000"/>
            <a:ext cx="5743575" cy="40370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0AA2CD-4BD2-A804-5548-42D1EE3BB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2124" y="3505199"/>
            <a:ext cx="5002213" cy="1928813"/>
          </a:xfrm>
          <a:prstGeom prst="roundRect">
            <a:avLst>
              <a:gd name="adj" fmla="val 553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69CFEFB-DDD2-B569-7556-FB5CE13FF4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2124" y="1395411"/>
            <a:ext cx="2408239" cy="1928813"/>
          </a:xfrm>
          <a:prstGeom prst="roundRect">
            <a:avLst>
              <a:gd name="adj" fmla="val 553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B5C4AC0-AE68-B93F-B875-61C7C98D14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36098" y="1395411"/>
            <a:ext cx="2408239" cy="1928813"/>
          </a:xfrm>
          <a:prstGeom prst="roundRect">
            <a:avLst>
              <a:gd name="adj" fmla="val 553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8766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+ 2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5" y="1397000"/>
            <a:ext cx="3706812" cy="40370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69CFEFB-DDD2-B569-7556-FB5CE13FF4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2594" y="1397000"/>
            <a:ext cx="3706812" cy="4037013"/>
          </a:xfrm>
          <a:prstGeom prst="roundRect">
            <a:avLst>
              <a:gd name="adj" fmla="val 271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960F260-D2D5-4692-FB2B-6DE9BD6752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35326" y="1397000"/>
            <a:ext cx="3706812" cy="4037013"/>
          </a:xfrm>
          <a:prstGeom prst="roundRect">
            <a:avLst>
              <a:gd name="adj" fmla="val 271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8991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+ 1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6EAB-8119-C059-5FA5-693C54A1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8413" y="1397000"/>
            <a:ext cx="5490000" cy="40370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0AA2CD-4BD2-A804-5548-42D1EE3BB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9250" y="1397000"/>
            <a:ext cx="5494338" cy="4037013"/>
          </a:xfrm>
          <a:prstGeom prst="roundRect">
            <a:avLst>
              <a:gd name="adj" fmla="val 2156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751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5" y="1397001"/>
            <a:ext cx="5939517" cy="4038350"/>
          </a:xfrm>
        </p:spPr>
        <p:txBody>
          <a:bodyPr/>
          <a:lstStyle>
            <a:lvl1pPr>
              <a:lnSpc>
                <a:spcPct val="80000"/>
              </a:lnSpc>
              <a:defRPr sz="48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>
              <a:defRPr sz="20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F7AF1E-C748-BDF3-219F-B4C7BBDD94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2125" y="1395664"/>
            <a:ext cx="4240800" cy="4038350"/>
          </a:xfrm>
          <a:prstGeom prst="roundRect">
            <a:avLst>
              <a:gd name="adj" fmla="val 1903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FB22CC9-9749-F4C8-4212-E5739C73F70C}"/>
              </a:ext>
            </a:extLst>
          </p:cNvPr>
          <p:cNvSpPr/>
          <p:nvPr/>
        </p:nvSpPr>
        <p:spPr>
          <a:xfrm>
            <a:off x="0" y="3324225"/>
            <a:ext cx="3866064" cy="2174661"/>
          </a:xfrm>
          <a:custGeom>
            <a:avLst/>
            <a:gdLst>
              <a:gd name="connsiteX0" fmla="*/ 0 w 3866064"/>
              <a:gd name="connsiteY0" fmla="*/ 0 h 2174661"/>
              <a:gd name="connsiteX1" fmla="*/ 3866064 w 3866064"/>
              <a:gd name="connsiteY1" fmla="*/ 0 h 2174661"/>
              <a:gd name="connsiteX2" fmla="*/ 3866064 w 3866064"/>
              <a:gd name="connsiteY2" fmla="*/ 2174661 h 2174661"/>
              <a:gd name="connsiteX3" fmla="*/ 0 w 3866064"/>
              <a:gd name="connsiteY3" fmla="*/ 2174661 h 217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6064" h="2174661">
                <a:moveTo>
                  <a:pt x="0" y="0"/>
                </a:moveTo>
                <a:lnTo>
                  <a:pt x="3866064" y="0"/>
                </a:lnTo>
                <a:lnTo>
                  <a:pt x="3866064" y="2174661"/>
                </a:lnTo>
                <a:lnTo>
                  <a:pt x="0" y="2174661"/>
                </a:lnTo>
                <a:close/>
              </a:path>
            </a:pathLst>
          </a:custGeom>
          <a:noFill/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 dirty="0">
              <a:latin typeface="Denim" panose="020B05040301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3656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D261-CA85-7293-6D55-1B7D24713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5" y="1397001"/>
            <a:ext cx="2403475" cy="4038350"/>
          </a:xfrm>
        </p:spPr>
        <p:txBody>
          <a:bodyPr/>
          <a:lstStyle>
            <a:lvl1pPr>
              <a:lnSpc>
                <a:spcPct val="80000"/>
              </a:lnSpc>
              <a:defRPr sz="28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>
              <a:defRPr sz="18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7051-F98A-35BC-0F91-0AC45BD3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F7AF1E-C748-BDF3-219F-B4C7BBDD94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60848" y="1397000"/>
            <a:ext cx="2732011" cy="2590989"/>
          </a:xfrm>
          <a:prstGeom prst="roundRect">
            <a:avLst>
              <a:gd name="adj" fmla="val 1903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FB22CC9-9749-F4C8-4212-E5739C73F70C}"/>
              </a:ext>
            </a:extLst>
          </p:cNvPr>
          <p:cNvSpPr/>
          <p:nvPr/>
        </p:nvSpPr>
        <p:spPr>
          <a:xfrm>
            <a:off x="0" y="3324225"/>
            <a:ext cx="3866064" cy="2174661"/>
          </a:xfrm>
          <a:custGeom>
            <a:avLst/>
            <a:gdLst>
              <a:gd name="connsiteX0" fmla="*/ 0 w 3866064"/>
              <a:gd name="connsiteY0" fmla="*/ 0 h 2174661"/>
              <a:gd name="connsiteX1" fmla="*/ 3866064 w 3866064"/>
              <a:gd name="connsiteY1" fmla="*/ 0 h 2174661"/>
              <a:gd name="connsiteX2" fmla="*/ 3866064 w 3866064"/>
              <a:gd name="connsiteY2" fmla="*/ 2174661 h 2174661"/>
              <a:gd name="connsiteX3" fmla="*/ 0 w 3866064"/>
              <a:gd name="connsiteY3" fmla="*/ 2174661 h 217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6064" h="2174661">
                <a:moveTo>
                  <a:pt x="0" y="0"/>
                </a:moveTo>
                <a:lnTo>
                  <a:pt x="3866064" y="0"/>
                </a:lnTo>
                <a:lnTo>
                  <a:pt x="3866064" y="2174661"/>
                </a:lnTo>
                <a:lnTo>
                  <a:pt x="0" y="2174661"/>
                </a:lnTo>
                <a:close/>
              </a:path>
            </a:pathLst>
          </a:custGeom>
          <a:noFill/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 dirty="0">
              <a:latin typeface="Denim" panose="020B0504030102020204" pitchFamily="34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48FA3C-3190-0E59-32A9-97CA5451D01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499141" y="1397001"/>
            <a:ext cx="2403475" cy="4038350"/>
          </a:xfrm>
        </p:spPr>
        <p:txBody>
          <a:bodyPr/>
          <a:lstStyle>
            <a:lvl1pPr>
              <a:lnSpc>
                <a:spcPct val="80000"/>
              </a:lnSpc>
              <a:defRPr sz="28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>
              <a:defRPr sz="1800" b="0" i="0" spc="0" baseline="0">
                <a:latin typeface="Denim WD SemiBold" panose="020B0505030102020204" pitchFamily="34" charset="77"/>
                <a:cs typeface="Denim WD SemiBold" panose="020B0505030102020204" pitchFamily="34" charset="77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0F5F7EFA-956A-4BFA-C9FA-24CC9D1270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07564" y="1397000"/>
            <a:ext cx="2732011" cy="2590989"/>
          </a:xfrm>
          <a:prstGeom prst="roundRect">
            <a:avLst>
              <a:gd name="adj" fmla="val 1903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35750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Plai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6" y="322011"/>
            <a:ext cx="8897938" cy="1922463"/>
          </a:xfrm>
        </p:spPr>
        <p:txBody>
          <a:bodyPr anchor="t"/>
          <a:lstStyle>
            <a:lvl1pPr algn="l">
              <a:defRPr sz="7400" spc="-2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8F41A-0481-67BA-D7B7-3B264C1E1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2455862"/>
            <a:ext cx="8897939" cy="1922463"/>
          </a:xfrm>
        </p:spPr>
        <p:txBody>
          <a:bodyPr/>
          <a:lstStyle>
            <a:lvl1pPr marL="0" indent="0" algn="l">
              <a:lnSpc>
                <a:spcPct val="95000"/>
              </a:lnSpc>
              <a:buNone/>
              <a:defRPr sz="2800" b="0" i="0" spc="-100" baseline="0">
                <a:solidFill>
                  <a:schemeClr val="bg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48F569C-F015-2195-6A9F-8F762F9114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57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Plai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6" y="322011"/>
            <a:ext cx="8897938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8F41A-0481-67BA-D7B7-3B264C1E1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2455862"/>
            <a:ext cx="8897939" cy="1922463"/>
          </a:xfrm>
        </p:spPr>
        <p:txBody>
          <a:bodyPr/>
          <a:lstStyle>
            <a:lvl1pPr marL="0" indent="0" algn="l">
              <a:lnSpc>
                <a:spcPct val="95000"/>
              </a:lnSpc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48F569C-F015-2195-6A9F-8F762F9114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26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Plain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6" y="322011"/>
            <a:ext cx="8897938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8F41A-0481-67BA-D7B7-3B264C1E1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2455862"/>
            <a:ext cx="8897939" cy="1922463"/>
          </a:xfrm>
        </p:spPr>
        <p:txBody>
          <a:bodyPr/>
          <a:lstStyle>
            <a:lvl1pPr marL="0" indent="0" algn="l">
              <a:lnSpc>
                <a:spcPct val="95000"/>
              </a:lnSpc>
              <a:buNone/>
              <a:defRPr sz="2800" b="0" i="0" spc="-100" baseline="0">
                <a:solidFill>
                  <a:schemeClr val="accent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48F569C-F015-2195-6A9F-8F762F9114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2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1"/>
            <a:ext cx="5169353" cy="1038588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accent4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DC332B-AB3A-32DE-215E-56DB56F58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54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0"/>
            <a:ext cx="5169353" cy="1923289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031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0"/>
            <a:ext cx="5169353" cy="1923289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28124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 thank you with Imag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2425" y="5434013"/>
            <a:ext cx="11491912" cy="1055688"/>
          </a:xfrm>
          <a:prstGeom prst="rect">
            <a:avLst/>
          </a:prstGeom>
          <a:solidFill>
            <a:schemeClr val="accent1"/>
          </a:solidFill>
        </p:spPr>
        <p:txBody>
          <a:bodyPr lIns="144000" anchor="ctr"/>
          <a:lstStyle>
            <a:lvl1pPr algn="ctr">
              <a:lnSpc>
                <a:spcPct val="100000"/>
              </a:lnSpc>
              <a:defRPr sz="74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242C650-88F7-5A96-5C56-4051D7B85C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424" y="346074"/>
            <a:ext cx="11491200" cy="50879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788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 thank you with contact area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242C650-88F7-5A96-5C56-4051D7B85C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2425" y="4378325"/>
            <a:ext cx="11491912" cy="1055688"/>
          </a:xfrm>
          <a:prstGeom prst="roundRect">
            <a:avLst>
              <a:gd name="adj" fmla="val 9918"/>
            </a:avLst>
          </a:prstGeom>
          <a:solidFill>
            <a:schemeClr val="tx1"/>
          </a:solidFill>
        </p:spPr>
        <p:txBody>
          <a:bodyPr lIns="144000" anchor="ctr"/>
          <a:lstStyle>
            <a:lvl1pPr algn="ctr">
              <a:lnSpc>
                <a:spcPct val="95000"/>
              </a:lnSpc>
              <a:defRPr sz="74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5A0C72-9AB2-DD31-B977-A8377B5B0E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2425" y="5555613"/>
            <a:ext cx="5743575" cy="934087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300"/>
              </a:spcAft>
              <a:buNone/>
              <a:defRPr sz="2000" b="0" i="0" spc="0" baseline="0">
                <a:solidFill>
                  <a:schemeClr val="bg2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Contact details</a:t>
            </a:r>
          </a:p>
        </p:txBody>
      </p:sp>
    </p:spTree>
    <p:extLst>
      <p:ext uri="{BB962C8B-B14F-4D97-AF65-F5344CB8AC3E}">
        <p14:creationId xmlns:p14="http://schemas.microsoft.com/office/powerpoint/2010/main" val="1878034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r thank you with contact area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2425" y="4378325"/>
            <a:ext cx="11491912" cy="1055688"/>
          </a:xfrm>
          <a:prstGeom prst="roundRect">
            <a:avLst>
              <a:gd name="adj" fmla="val 9918"/>
            </a:avLst>
          </a:prstGeom>
          <a:solidFill>
            <a:schemeClr val="accent1"/>
          </a:solidFill>
        </p:spPr>
        <p:txBody>
          <a:bodyPr lIns="144000" anchor="ctr"/>
          <a:lstStyle>
            <a:lvl1pPr algn="ctr">
              <a:lnSpc>
                <a:spcPct val="95000"/>
              </a:lnSpc>
              <a:defRPr sz="74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242C650-88F7-5A96-5C56-4051D7B85C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424" y="346074"/>
            <a:ext cx="11491200" cy="4032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5A0C72-9AB2-DD31-B977-A8377B5B0E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2425" y="5555613"/>
            <a:ext cx="5743575" cy="934087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300"/>
              </a:spcAft>
              <a:buNone/>
              <a:defRPr sz="2000" b="0" i="0" spc="0" baseline="0">
                <a:solidFill>
                  <a:schemeClr val="accent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Contact details</a:t>
            </a:r>
          </a:p>
        </p:txBody>
      </p:sp>
    </p:spTree>
    <p:extLst>
      <p:ext uri="{BB962C8B-B14F-4D97-AF65-F5344CB8AC3E}">
        <p14:creationId xmlns:p14="http://schemas.microsoft.com/office/powerpoint/2010/main" val="15149849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1"/>
            <a:ext cx="5169353" cy="1038588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accent4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68BB67-F5B6-E468-02C1-D25B5655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55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1"/>
            <a:ext cx="5169353" cy="1038588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7119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1"/>
            <a:ext cx="5169353" cy="1038588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16127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5 (curved ed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7EE48-2FC9-D3F3-EAD3-B4F2D96A1D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oundRect">
            <a:avLst>
              <a:gd name="adj" fmla="val 1780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1"/>
            <a:ext cx="5169353" cy="1038588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accent4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0538B9-0956-FF0F-FAD7-B50035C72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388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 (curved e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0"/>
            <a:ext cx="5169353" cy="1923289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BFD336-734B-FA02-3B3D-2963FBDC1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oundRect">
            <a:avLst>
              <a:gd name="adj" fmla="val 1780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0618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 (curved edge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F4AA-9EB5-867F-27BF-80FC7769E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5" y="322011"/>
            <a:ext cx="5191124" cy="1922463"/>
          </a:xfrm>
        </p:spPr>
        <p:txBody>
          <a:bodyPr anchor="t"/>
          <a:lstStyle>
            <a:lvl1pPr algn="l">
              <a:defRPr sz="7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E712EF-BB47-5680-F7F5-3FF1AFE32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425" y="4576400"/>
            <a:ext cx="5169353" cy="1923289"/>
          </a:xfrm>
        </p:spPr>
        <p:txBody>
          <a:bodyPr/>
          <a:lstStyle>
            <a:lvl1pPr marL="0" indent="0" algn="l">
              <a:lnSpc>
                <a:spcPct val="95000"/>
              </a:lnSpc>
              <a:spcAft>
                <a:spcPts val="0"/>
              </a:spcAft>
              <a:buNone/>
              <a:defRPr sz="2800" b="0" i="0" spc="-100" baseline="0">
                <a:solidFill>
                  <a:schemeClr val="tx1"/>
                </a:solidFill>
                <a:latin typeface="Denim WD SemiBold" panose="020B0505030102020204" pitchFamily="34" charset="77"/>
                <a:cs typeface="Denim WD SemiBold" panose="020B05050301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242C650-88F7-5A96-5C56-4051D7B85C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6074"/>
            <a:ext cx="5743575" cy="6153615"/>
          </a:xfrm>
          <a:prstGeom prst="roundRect">
            <a:avLst>
              <a:gd name="adj" fmla="val 1780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04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0700" y="346075"/>
            <a:ext cx="3703638" cy="6143625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5881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519112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519112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6074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6564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46563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4012" y="346076"/>
            <a:ext cx="3703638" cy="5087938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0862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0700" y="346076"/>
            <a:ext cx="3703638" cy="5087938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7697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0700" y="346075"/>
            <a:ext cx="3703638" cy="6143625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5015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519112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519112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646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6564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46563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4012" y="346076"/>
            <a:ext cx="3703638" cy="5087938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767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F1FD-5614-F36B-F43F-0B0782B2E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330428"/>
            <a:ext cx="7597774" cy="859945"/>
          </a:xfrm>
        </p:spPr>
        <p:txBody>
          <a:bodyPr/>
          <a:lstStyle>
            <a:lvl1pPr>
              <a:defRPr sz="7400"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C8F1B-4257-C590-7D83-1B283CD32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2425" y="1397000"/>
            <a:ext cx="7597775" cy="421798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CA0A178-6C3F-5A83-82AF-A38F22AF02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0700" y="346076"/>
            <a:ext cx="3703638" cy="5087938"/>
          </a:xfrm>
          <a:prstGeom prst="roundRect">
            <a:avLst>
              <a:gd name="adj" fmla="val 30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57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3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6168-6B68-35A8-A17E-E5C7AB57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11491912" cy="8599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F46D-B73D-CE6B-41C6-144BF4DE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397001"/>
            <a:ext cx="11491912" cy="46422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B1F5-3CF9-4065-0B37-FF72253C0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00" y="6271200"/>
            <a:ext cx="493200" cy="306000"/>
          </a:xfrm>
          <a:prstGeom prst="rect">
            <a:avLst/>
          </a:prstGeom>
          <a:ln w="12700">
            <a:noFill/>
          </a:ln>
        </p:spPr>
        <p:txBody>
          <a:bodyPr vert="horz" wrap="none" lIns="0" tIns="0" rIns="0" bIns="0" rtlCol="0" anchor="ctr">
            <a:noAutofit/>
          </a:bodyPr>
          <a:lstStyle>
            <a:lvl1pPr algn="r">
              <a:defRPr sz="1400">
                <a:solidFill>
                  <a:schemeClr val="accent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</a:lstStyle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774BCFD-A8DE-B8D5-B198-1B522CC9B2C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52" r:id="rId2"/>
    <p:sldLayoutId id="2147483711" r:id="rId3"/>
    <p:sldLayoutId id="2147483712" r:id="rId4"/>
    <p:sldLayoutId id="2147483707" r:id="rId5"/>
    <p:sldLayoutId id="2147483802" r:id="rId6"/>
    <p:sldLayoutId id="2147483708" r:id="rId7"/>
    <p:sldLayoutId id="2147483713" r:id="rId8"/>
    <p:sldLayoutId id="2147483804" r:id="rId9"/>
    <p:sldLayoutId id="2147483805" r:id="rId10"/>
    <p:sldLayoutId id="2147483806" r:id="rId11"/>
    <p:sldLayoutId id="2147483705" r:id="rId12"/>
    <p:sldLayoutId id="2147483699" r:id="rId13"/>
    <p:sldLayoutId id="2147483701" r:id="rId14"/>
    <p:sldLayoutId id="2147483702" r:id="rId15"/>
    <p:sldLayoutId id="2147483700" r:id="rId16"/>
    <p:sldLayoutId id="2147483704" r:id="rId17"/>
    <p:sldLayoutId id="2147483693" r:id="rId1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0" i="0" kern="1200" spc="-200" baseline="0">
          <a:solidFill>
            <a:schemeClr val="accent1"/>
          </a:solidFill>
          <a:latin typeface="Denim WD SemiBold" panose="020B0505030102020204" pitchFamily="34" charset="77"/>
          <a:ea typeface="+mj-ea"/>
          <a:cs typeface="Denim WD SemiBold" panose="020B0505030102020204" pitchFamily="34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accent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◆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2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22" userDrawn="1">
          <p15:clr>
            <a:srgbClr val="F26B43"/>
          </p15:clr>
        </p15:guide>
        <p15:guide id="4" pos="7461" userDrawn="1">
          <p15:clr>
            <a:srgbClr val="F26B43"/>
          </p15:clr>
        </p15:guide>
        <p15:guide id="5" orient="horz" pos="21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922" userDrawn="1">
          <p15:clr>
            <a:srgbClr val="F26B43"/>
          </p15:clr>
        </p15:guide>
        <p15:guide id="8" pos="1040" userDrawn="1">
          <p15:clr>
            <a:srgbClr val="F26B43"/>
          </p15:clr>
        </p15:guide>
        <p15:guide id="9" pos="1736" userDrawn="1">
          <p15:clr>
            <a:srgbClr val="F26B43"/>
          </p15:clr>
        </p15:guide>
        <p15:guide id="10" pos="1857" userDrawn="1">
          <p15:clr>
            <a:srgbClr val="F26B43"/>
          </p15:clr>
        </p15:guide>
        <p15:guide id="11" pos="2556" userDrawn="1">
          <p15:clr>
            <a:srgbClr val="F26B43"/>
          </p15:clr>
        </p15:guide>
        <p15:guide id="12" pos="3372" userDrawn="1">
          <p15:clr>
            <a:srgbClr val="F26B43"/>
          </p15:clr>
        </p15:guide>
        <p15:guide id="13" pos="4192" userDrawn="1">
          <p15:clr>
            <a:srgbClr val="F26B43"/>
          </p15:clr>
        </p15:guide>
        <p15:guide id="14" pos="5008" userDrawn="1">
          <p15:clr>
            <a:srgbClr val="F26B43"/>
          </p15:clr>
        </p15:guide>
        <p15:guide id="15" pos="5827" userDrawn="1">
          <p15:clr>
            <a:srgbClr val="F26B43"/>
          </p15:clr>
        </p15:guide>
        <p15:guide id="16" pos="6644" userDrawn="1">
          <p15:clr>
            <a:srgbClr val="F26B43"/>
          </p15:clr>
        </p15:guide>
        <p15:guide id="17" pos="6762" userDrawn="1">
          <p15:clr>
            <a:srgbClr val="F26B43"/>
          </p15:clr>
        </p15:guide>
        <p15:guide id="18" pos="2674" userDrawn="1">
          <p15:clr>
            <a:srgbClr val="F26B43"/>
          </p15:clr>
        </p15:guide>
        <p15:guide id="19" pos="3492" userDrawn="1">
          <p15:clr>
            <a:srgbClr val="F26B43"/>
          </p15:clr>
        </p15:guide>
        <p15:guide id="20" pos="4310" userDrawn="1">
          <p15:clr>
            <a:srgbClr val="F26B43"/>
          </p15:clr>
        </p15:guide>
        <p15:guide id="21" pos="5128" userDrawn="1">
          <p15:clr>
            <a:srgbClr val="F26B43"/>
          </p15:clr>
        </p15:guide>
        <p15:guide id="22" pos="5945" userDrawn="1">
          <p15:clr>
            <a:srgbClr val="F26B43"/>
          </p15:clr>
        </p15:guide>
        <p15:guide id="23" orient="horz" pos="765" userDrawn="1">
          <p15:clr>
            <a:srgbClr val="F26B43"/>
          </p15:clr>
        </p15:guide>
        <p15:guide id="24" orient="horz" pos="1429" userDrawn="1">
          <p15:clr>
            <a:srgbClr val="F26B43"/>
          </p15:clr>
        </p15:guide>
        <p15:guide id="25" orient="horz" pos="880" userDrawn="1">
          <p15:clr>
            <a:srgbClr val="F26B43"/>
          </p15:clr>
        </p15:guide>
        <p15:guide id="26" orient="horz" pos="1545" userDrawn="1">
          <p15:clr>
            <a:srgbClr val="F26B43"/>
          </p15:clr>
        </p15:guide>
        <p15:guide id="27" orient="horz" pos="2094" userDrawn="1">
          <p15:clr>
            <a:srgbClr val="F26B43"/>
          </p15:clr>
        </p15:guide>
        <p15:guide id="28" orient="horz" pos="2208" userDrawn="1">
          <p15:clr>
            <a:srgbClr val="F26B43"/>
          </p15:clr>
        </p15:guide>
        <p15:guide id="29" orient="horz" pos="2758" userDrawn="1">
          <p15:clr>
            <a:srgbClr val="F26B43"/>
          </p15:clr>
        </p15:guide>
        <p15:guide id="30" orient="horz" pos="2872" userDrawn="1">
          <p15:clr>
            <a:srgbClr val="F26B43"/>
          </p15:clr>
        </p15:guide>
        <p15:guide id="31" orient="horz" pos="353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6168-6B68-35A8-A17E-E5C7AB57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11491912" cy="8599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F46D-B73D-CE6B-41C6-144BF4DE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397001"/>
            <a:ext cx="11491912" cy="46422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B1F5-3CF9-4065-0B37-FF72253C0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00" y="6271200"/>
            <a:ext cx="493200" cy="306000"/>
          </a:xfrm>
          <a:prstGeom prst="rect">
            <a:avLst/>
          </a:prstGeom>
          <a:ln w="12700">
            <a:noFill/>
          </a:ln>
        </p:spPr>
        <p:txBody>
          <a:bodyPr vert="horz" wrap="none" lIns="0" tIns="0" rIns="0" bIns="0" rtlCol="0" anchor="ctr">
            <a:noAutofit/>
          </a:bodyPr>
          <a:lstStyle>
            <a:lvl1pPr algn="r">
              <a:defRPr sz="1400">
                <a:solidFill>
                  <a:schemeClr val="accent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</a:lstStyle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774BCFD-A8DE-B8D5-B198-1B522CC9B2CC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2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68" r:id="rId7"/>
    <p:sldLayoutId id="2147483870" r:id="rId8"/>
    <p:sldLayoutId id="2147483896" r:id="rId9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0" i="0" kern="1200" spc="-200" baseline="0">
          <a:solidFill>
            <a:schemeClr val="accent1"/>
          </a:solidFill>
          <a:latin typeface="Denim WD SemiBold" panose="020B0505030102020204" pitchFamily="34" charset="77"/>
          <a:ea typeface="+mj-ea"/>
          <a:cs typeface="Denim WD SemiBold" panose="020B0505030102020204" pitchFamily="34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accent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◆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23">
          <p15:clr>
            <a:srgbClr val="F26B43"/>
          </p15:clr>
        </p15:guide>
        <p15:guide id="2" pos="3840">
          <p15:clr>
            <a:srgbClr val="F26B43"/>
          </p15:clr>
        </p15:guide>
        <p15:guide id="3" pos="222">
          <p15:clr>
            <a:srgbClr val="F26B43"/>
          </p15:clr>
        </p15:guide>
        <p15:guide id="4" pos="7461">
          <p15:clr>
            <a:srgbClr val="F26B43"/>
          </p15:clr>
        </p15:guide>
        <p15:guide id="5" orient="horz" pos="218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922">
          <p15:clr>
            <a:srgbClr val="F26B43"/>
          </p15:clr>
        </p15:guide>
        <p15:guide id="8" pos="1040">
          <p15:clr>
            <a:srgbClr val="F26B43"/>
          </p15:clr>
        </p15:guide>
        <p15:guide id="9" pos="1736">
          <p15:clr>
            <a:srgbClr val="F26B43"/>
          </p15:clr>
        </p15:guide>
        <p15:guide id="10" pos="1857">
          <p15:clr>
            <a:srgbClr val="F26B43"/>
          </p15:clr>
        </p15:guide>
        <p15:guide id="11" pos="2556">
          <p15:clr>
            <a:srgbClr val="F26B43"/>
          </p15:clr>
        </p15:guide>
        <p15:guide id="12" pos="3372">
          <p15:clr>
            <a:srgbClr val="F26B43"/>
          </p15:clr>
        </p15:guide>
        <p15:guide id="13" pos="4192">
          <p15:clr>
            <a:srgbClr val="F26B43"/>
          </p15:clr>
        </p15:guide>
        <p15:guide id="14" pos="5008">
          <p15:clr>
            <a:srgbClr val="F26B43"/>
          </p15:clr>
        </p15:guide>
        <p15:guide id="15" pos="5827">
          <p15:clr>
            <a:srgbClr val="F26B43"/>
          </p15:clr>
        </p15:guide>
        <p15:guide id="16" pos="6644">
          <p15:clr>
            <a:srgbClr val="F26B43"/>
          </p15:clr>
        </p15:guide>
        <p15:guide id="17" pos="6762">
          <p15:clr>
            <a:srgbClr val="F26B43"/>
          </p15:clr>
        </p15:guide>
        <p15:guide id="18" pos="2674">
          <p15:clr>
            <a:srgbClr val="F26B43"/>
          </p15:clr>
        </p15:guide>
        <p15:guide id="19" pos="3492">
          <p15:clr>
            <a:srgbClr val="F26B43"/>
          </p15:clr>
        </p15:guide>
        <p15:guide id="20" pos="4310">
          <p15:clr>
            <a:srgbClr val="F26B43"/>
          </p15:clr>
        </p15:guide>
        <p15:guide id="21" pos="5128">
          <p15:clr>
            <a:srgbClr val="F26B43"/>
          </p15:clr>
        </p15:guide>
        <p15:guide id="22" pos="5945">
          <p15:clr>
            <a:srgbClr val="F26B43"/>
          </p15:clr>
        </p15:guide>
        <p15:guide id="23" orient="horz" pos="765">
          <p15:clr>
            <a:srgbClr val="F26B43"/>
          </p15:clr>
        </p15:guide>
        <p15:guide id="24" orient="horz" pos="1429">
          <p15:clr>
            <a:srgbClr val="F26B43"/>
          </p15:clr>
        </p15:guide>
        <p15:guide id="25" orient="horz" pos="880">
          <p15:clr>
            <a:srgbClr val="F26B43"/>
          </p15:clr>
        </p15:guide>
        <p15:guide id="26" orient="horz" pos="1545">
          <p15:clr>
            <a:srgbClr val="F26B43"/>
          </p15:clr>
        </p15:guide>
        <p15:guide id="27" orient="horz" pos="2094">
          <p15:clr>
            <a:srgbClr val="F26B43"/>
          </p15:clr>
        </p15:guide>
        <p15:guide id="28" orient="horz" pos="2208">
          <p15:clr>
            <a:srgbClr val="F26B43"/>
          </p15:clr>
        </p15:guide>
        <p15:guide id="29" orient="horz" pos="2758">
          <p15:clr>
            <a:srgbClr val="F26B43"/>
          </p15:clr>
        </p15:guide>
        <p15:guide id="30" orient="horz" pos="2872">
          <p15:clr>
            <a:srgbClr val="F26B43"/>
          </p15:clr>
        </p15:guide>
        <p15:guide id="31" orient="horz" pos="353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6168-6B68-35A8-A17E-E5C7AB57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11491912" cy="8599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F46D-B73D-CE6B-41C6-144BF4DE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397001"/>
            <a:ext cx="11491912" cy="46422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B1F5-3CF9-4065-0B37-FF72253C0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00" y="6271200"/>
            <a:ext cx="493200" cy="306000"/>
          </a:xfrm>
          <a:prstGeom prst="rect">
            <a:avLst/>
          </a:prstGeom>
          <a:ln w="12700">
            <a:noFill/>
          </a:ln>
        </p:spPr>
        <p:txBody>
          <a:bodyPr vert="horz" wrap="none" lIns="0" tIns="0" rIns="0" bIns="0" rtlCol="0" anchor="ctr">
            <a:noAutofit/>
          </a:bodyPr>
          <a:lstStyle>
            <a:lvl1pPr algn="r">
              <a:defRPr sz="1400">
                <a:solidFill>
                  <a:schemeClr val="accent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</a:lstStyle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774BCFD-A8DE-B8D5-B198-1B522CC9B2C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8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2" r:id="rId4"/>
    <p:sldLayoutId id="2147483863" r:id="rId5"/>
    <p:sldLayoutId id="2147483864" r:id="rId6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0" i="0" kern="1200" spc="-200" baseline="0">
          <a:solidFill>
            <a:schemeClr val="accent1"/>
          </a:solidFill>
          <a:latin typeface="Denim WD SemiBold" panose="020B0505030102020204" pitchFamily="34" charset="77"/>
          <a:ea typeface="+mj-ea"/>
          <a:cs typeface="Denim WD SemiBold" panose="020B0505030102020204" pitchFamily="34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accent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◆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23">
          <p15:clr>
            <a:srgbClr val="F26B43"/>
          </p15:clr>
        </p15:guide>
        <p15:guide id="2" pos="3840">
          <p15:clr>
            <a:srgbClr val="F26B43"/>
          </p15:clr>
        </p15:guide>
        <p15:guide id="3" pos="222">
          <p15:clr>
            <a:srgbClr val="F26B43"/>
          </p15:clr>
        </p15:guide>
        <p15:guide id="4" pos="7461">
          <p15:clr>
            <a:srgbClr val="F26B43"/>
          </p15:clr>
        </p15:guide>
        <p15:guide id="5" orient="horz" pos="218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922">
          <p15:clr>
            <a:srgbClr val="F26B43"/>
          </p15:clr>
        </p15:guide>
        <p15:guide id="8" pos="1040">
          <p15:clr>
            <a:srgbClr val="F26B43"/>
          </p15:clr>
        </p15:guide>
        <p15:guide id="9" pos="1736">
          <p15:clr>
            <a:srgbClr val="F26B43"/>
          </p15:clr>
        </p15:guide>
        <p15:guide id="10" pos="1857">
          <p15:clr>
            <a:srgbClr val="F26B43"/>
          </p15:clr>
        </p15:guide>
        <p15:guide id="11" pos="2556">
          <p15:clr>
            <a:srgbClr val="F26B43"/>
          </p15:clr>
        </p15:guide>
        <p15:guide id="12" pos="3372">
          <p15:clr>
            <a:srgbClr val="F26B43"/>
          </p15:clr>
        </p15:guide>
        <p15:guide id="13" pos="4192">
          <p15:clr>
            <a:srgbClr val="F26B43"/>
          </p15:clr>
        </p15:guide>
        <p15:guide id="14" pos="5008">
          <p15:clr>
            <a:srgbClr val="F26B43"/>
          </p15:clr>
        </p15:guide>
        <p15:guide id="15" pos="5827">
          <p15:clr>
            <a:srgbClr val="F26B43"/>
          </p15:clr>
        </p15:guide>
        <p15:guide id="16" pos="6644">
          <p15:clr>
            <a:srgbClr val="F26B43"/>
          </p15:clr>
        </p15:guide>
        <p15:guide id="17" pos="6762">
          <p15:clr>
            <a:srgbClr val="F26B43"/>
          </p15:clr>
        </p15:guide>
        <p15:guide id="18" pos="2674">
          <p15:clr>
            <a:srgbClr val="F26B43"/>
          </p15:clr>
        </p15:guide>
        <p15:guide id="19" pos="3492">
          <p15:clr>
            <a:srgbClr val="F26B43"/>
          </p15:clr>
        </p15:guide>
        <p15:guide id="20" pos="4310">
          <p15:clr>
            <a:srgbClr val="F26B43"/>
          </p15:clr>
        </p15:guide>
        <p15:guide id="21" pos="5128">
          <p15:clr>
            <a:srgbClr val="F26B43"/>
          </p15:clr>
        </p15:guide>
        <p15:guide id="22" pos="5945">
          <p15:clr>
            <a:srgbClr val="F26B43"/>
          </p15:clr>
        </p15:guide>
        <p15:guide id="23" orient="horz" pos="765">
          <p15:clr>
            <a:srgbClr val="F26B43"/>
          </p15:clr>
        </p15:guide>
        <p15:guide id="24" orient="horz" pos="1429">
          <p15:clr>
            <a:srgbClr val="F26B43"/>
          </p15:clr>
        </p15:guide>
        <p15:guide id="25" orient="horz" pos="880">
          <p15:clr>
            <a:srgbClr val="F26B43"/>
          </p15:clr>
        </p15:guide>
        <p15:guide id="26" orient="horz" pos="1545">
          <p15:clr>
            <a:srgbClr val="F26B43"/>
          </p15:clr>
        </p15:guide>
        <p15:guide id="27" orient="horz" pos="2094">
          <p15:clr>
            <a:srgbClr val="F26B43"/>
          </p15:clr>
        </p15:guide>
        <p15:guide id="28" orient="horz" pos="2208">
          <p15:clr>
            <a:srgbClr val="F26B43"/>
          </p15:clr>
        </p15:guide>
        <p15:guide id="29" orient="horz" pos="2758">
          <p15:clr>
            <a:srgbClr val="F26B43"/>
          </p15:clr>
        </p15:guide>
        <p15:guide id="30" orient="horz" pos="2872">
          <p15:clr>
            <a:srgbClr val="F26B43"/>
          </p15:clr>
        </p15:guide>
        <p15:guide id="31" orient="horz" pos="3537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56168-6B68-35A8-A17E-E5C7AB57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11491912" cy="8599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F46D-B73D-CE6B-41C6-144BF4DE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397001"/>
            <a:ext cx="11491912" cy="46422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B1F5-3CF9-4065-0B37-FF72253C0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00" y="6271200"/>
            <a:ext cx="493200" cy="306000"/>
          </a:xfrm>
          <a:prstGeom prst="rect">
            <a:avLst/>
          </a:prstGeom>
          <a:ln w="12700">
            <a:noFill/>
          </a:ln>
        </p:spPr>
        <p:txBody>
          <a:bodyPr vert="horz" wrap="none" lIns="0" tIns="0" rIns="0" bIns="0" rtlCol="0" anchor="ctr">
            <a:noAutofit/>
          </a:bodyPr>
          <a:lstStyle>
            <a:lvl1pPr algn="r">
              <a:defRPr sz="1400">
                <a:solidFill>
                  <a:schemeClr val="accent1"/>
                </a:solidFill>
                <a:latin typeface="Denim" panose="020B0504030102020204" pitchFamily="34" charset="77"/>
                <a:cs typeface="Denim" panose="020B0504030102020204" pitchFamily="34" charset="77"/>
              </a:defRPr>
            </a:lvl1pPr>
          </a:lstStyle>
          <a:p>
            <a:fld id="{744E223F-82E5-644F-BB44-11961725C4B5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774BCFD-A8DE-B8D5-B198-1B522CC9B2C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289" y="6328750"/>
            <a:ext cx="1044000" cy="2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6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4" r:id="rId2"/>
    <p:sldLayoutId id="2147483889" r:id="rId3"/>
    <p:sldLayoutId id="2147483890" r:id="rId4"/>
    <p:sldLayoutId id="2147483891" r:id="rId5"/>
    <p:sldLayoutId id="2147483895" r:id="rId6"/>
    <p:sldLayoutId id="2147483892" r:id="rId7"/>
    <p:sldLayoutId id="2147483893" r:id="rId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800" b="0" i="0" kern="1200" spc="-200" baseline="0">
          <a:solidFill>
            <a:schemeClr val="accent1"/>
          </a:solidFill>
          <a:latin typeface="Denim WD SemiBold" panose="020B0505030102020204" pitchFamily="34" charset="77"/>
          <a:ea typeface="+mj-ea"/>
          <a:cs typeface="Denim WD SemiBold" panose="020B0505030102020204" pitchFamily="34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accent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◆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Unicode MS" panose="020B0604020202020204" pitchFamily="34" charset="-128"/>
        <a:buChar char="◇"/>
        <a:tabLst/>
        <a:defRPr sz="1600" kern="1200">
          <a:solidFill>
            <a:schemeClr val="tx1"/>
          </a:solidFill>
          <a:latin typeface="Denim" panose="020B0504030102020204" pitchFamily="34" charset="77"/>
          <a:ea typeface="+mn-ea"/>
          <a:cs typeface="Denim" panose="020B0504030102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23">
          <p15:clr>
            <a:srgbClr val="F26B43"/>
          </p15:clr>
        </p15:guide>
        <p15:guide id="2" pos="3840">
          <p15:clr>
            <a:srgbClr val="F26B43"/>
          </p15:clr>
        </p15:guide>
        <p15:guide id="3" pos="222">
          <p15:clr>
            <a:srgbClr val="F26B43"/>
          </p15:clr>
        </p15:guide>
        <p15:guide id="4" pos="7461">
          <p15:clr>
            <a:srgbClr val="F26B43"/>
          </p15:clr>
        </p15:guide>
        <p15:guide id="5" orient="horz" pos="218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pos="922">
          <p15:clr>
            <a:srgbClr val="F26B43"/>
          </p15:clr>
        </p15:guide>
        <p15:guide id="8" pos="1040">
          <p15:clr>
            <a:srgbClr val="F26B43"/>
          </p15:clr>
        </p15:guide>
        <p15:guide id="9" pos="1736">
          <p15:clr>
            <a:srgbClr val="F26B43"/>
          </p15:clr>
        </p15:guide>
        <p15:guide id="10" pos="1857">
          <p15:clr>
            <a:srgbClr val="F26B43"/>
          </p15:clr>
        </p15:guide>
        <p15:guide id="11" pos="2556">
          <p15:clr>
            <a:srgbClr val="F26B43"/>
          </p15:clr>
        </p15:guide>
        <p15:guide id="12" pos="3372">
          <p15:clr>
            <a:srgbClr val="F26B43"/>
          </p15:clr>
        </p15:guide>
        <p15:guide id="13" pos="4192">
          <p15:clr>
            <a:srgbClr val="F26B43"/>
          </p15:clr>
        </p15:guide>
        <p15:guide id="14" pos="5008">
          <p15:clr>
            <a:srgbClr val="F26B43"/>
          </p15:clr>
        </p15:guide>
        <p15:guide id="15" pos="5827">
          <p15:clr>
            <a:srgbClr val="F26B43"/>
          </p15:clr>
        </p15:guide>
        <p15:guide id="16" pos="6644">
          <p15:clr>
            <a:srgbClr val="F26B43"/>
          </p15:clr>
        </p15:guide>
        <p15:guide id="17" pos="6762">
          <p15:clr>
            <a:srgbClr val="F26B43"/>
          </p15:clr>
        </p15:guide>
        <p15:guide id="18" pos="2674">
          <p15:clr>
            <a:srgbClr val="F26B43"/>
          </p15:clr>
        </p15:guide>
        <p15:guide id="19" pos="3492">
          <p15:clr>
            <a:srgbClr val="F26B43"/>
          </p15:clr>
        </p15:guide>
        <p15:guide id="20" pos="4310">
          <p15:clr>
            <a:srgbClr val="F26B43"/>
          </p15:clr>
        </p15:guide>
        <p15:guide id="21" pos="5128">
          <p15:clr>
            <a:srgbClr val="F26B43"/>
          </p15:clr>
        </p15:guide>
        <p15:guide id="22" pos="5945">
          <p15:clr>
            <a:srgbClr val="F26B43"/>
          </p15:clr>
        </p15:guide>
        <p15:guide id="23" orient="horz" pos="765">
          <p15:clr>
            <a:srgbClr val="F26B43"/>
          </p15:clr>
        </p15:guide>
        <p15:guide id="24" orient="horz" pos="1429">
          <p15:clr>
            <a:srgbClr val="F26B43"/>
          </p15:clr>
        </p15:guide>
        <p15:guide id="25" orient="horz" pos="880">
          <p15:clr>
            <a:srgbClr val="F26B43"/>
          </p15:clr>
        </p15:guide>
        <p15:guide id="26" orient="horz" pos="1545">
          <p15:clr>
            <a:srgbClr val="F26B43"/>
          </p15:clr>
        </p15:guide>
        <p15:guide id="27" orient="horz" pos="2094">
          <p15:clr>
            <a:srgbClr val="F26B43"/>
          </p15:clr>
        </p15:guide>
        <p15:guide id="28" orient="horz" pos="2208">
          <p15:clr>
            <a:srgbClr val="F26B43"/>
          </p15:clr>
        </p15:guide>
        <p15:guide id="29" orient="horz" pos="2758">
          <p15:clr>
            <a:srgbClr val="F26B43"/>
          </p15:clr>
        </p15:guide>
        <p15:guide id="30" orient="horz" pos="2872">
          <p15:clr>
            <a:srgbClr val="F26B43"/>
          </p15:clr>
        </p15:guide>
        <p15:guide id="31" orient="horz" pos="35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dk.org/jeps/286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openjdk.org/display/loom/Main" TargetMode="External"/><Relationship Id="rId2" Type="http://schemas.openxmlformats.org/officeDocument/2006/relationships/hyperlink" Target="https://openjdk.org/jeps/0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jdk.org/projects/amber/" TargetMode="External"/><Relationship Id="rId5" Type="http://schemas.openxmlformats.org/officeDocument/2006/relationships/hyperlink" Target="https://wiki.openjdk.org/display/valhalla" TargetMode="External"/><Relationship Id="rId4" Type="http://schemas.openxmlformats.org/officeDocument/2006/relationships/hyperlink" Target="https://openjdk.org/projects/panama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kstefanj.github.io/2023/12/13/jdk-21-the-gcs-keep-getting-better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kstefanj.github.io/2023/12/13/jdk-21-the-gcs-keep-getting-better.html" TargetMode="External"/><Relationship Id="rId2" Type="http://schemas.openxmlformats.org/officeDocument/2006/relationships/hyperlink" Target="https://advancedweb.hu/a-categorized-list-of-all-java-and-jvm-features-since-jdk-8-to-21/#deprecation-and-removal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deroasis.com/java-23-new-features/" TargetMode="External"/><Relationship Id="rId4" Type="http://schemas.openxmlformats.org/officeDocument/2006/relationships/hyperlink" Target="https://www.infoworld.com/article/3678148/intro-to-virtual-threads-a-new-approach-to-java-concurrency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F366-E5A4-4A57-2AE8-91FC1A649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6" y="322011"/>
            <a:ext cx="8897938" cy="1922463"/>
          </a:xfrm>
        </p:spPr>
        <p:txBody>
          <a:bodyPr/>
          <a:lstStyle/>
          <a:p>
            <a:r>
              <a:rPr lang="en-GB" dirty="0"/>
              <a:t>Beyond Java 8</a:t>
            </a:r>
            <a:br>
              <a:rPr lang="en-GB" dirty="0"/>
            </a:br>
            <a:r>
              <a:rPr lang="en-GB" sz="5400" dirty="0"/>
              <a:t>Unveiling the Latest Features</a:t>
            </a:r>
            <a:br>
              <a:rPr lang="en-GB" sz="1400" dirty="0"/>
            </a:b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0919B-2633-EBF6-3755-BF0AEDD02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Zhivko Georgiev</a:t>
            </a:r>
          </a:p>
          <a:p>
            <a:r>
              <a:rPr lang="en-GB" dirty="0"/>
              <a:t>Software Engineer at Paysafe</a:t>
            </a:r>
          </a:p>
        </p:txBody>
      </p:sp>
      <p:pic>
        <p:nvPicPr>
          <p:cNvPr id="1026" name="Picture 2" descr="Java Logo PNG Transparent &amp; SVG Vector - Freebie Supply">
            <a:extLst>
              <a:ext uri="{FF2B5EF4-FFF2-40B4-BE49-F238E27FC236}">
                <a16:creationId xmlns:a16="http://schemas.microsoft.com/office/drawing/2014/main" id="{649B0B3F-15B9-C330-6325-5A217453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364" y="171834"/>
            <a:ext cx="2229048" cy="414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48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543E-67A8-DB47-7B0E-5A77BA28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584B-A50A-9292-5A6E-1500B066765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Why migrate?</a:t>
            </a:r>
          </a:p>
          <a:p>
            <a:r>
              <a:rPr lang="en-US" dirty="0"/>
              <a:t>What are the different versions</a:t>
            </a:r>
          </a:p>
          <a:p>
            <a:r>
              <a:rPr lang="en-US" dirty="0"/>
              <a:t>Features of Java 9 through 21</a:t>
            </a:r>
          </a:p>
          <a:p>
            <a:r>
              <a:rPr lang="en-US" dirty="0"/>
              <a:t>Look into the future and Java 23</a:t>
            </a:r>
          </a:p>
          <a:p>
            <a:r>
              <a:rPr lang="en-US" dirty="0"/>
              <a:t>Conclusions</a:t>
            </a:r>
          </a:p>
          <a:p>
            <a:r>
              <a:rPr lang="en-US" dirty="0" err="1"/>
              <a:t>QnA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5" descr="A logo of a coffee cup&#10;&#10;Description automatically generated">
            <a:extLst>
              <a:ext uri="{FF2B5EF4-FFF2-40B4-BE49-F238E27FC236}">
                <a16:creationId xmlns:a16="http://schemas.microsoft.com/office/drawing/2014/main" id="{FC9A0FE7-C189-C0E8-8922-66F8892507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604" r="13604"/>
          <a:stretch>
            <a:fillRect/>
          </a:stretch>
        </p:blipFill>
        <p:spPr/>
      </p:pic>
      <p:pic>
        <p:nvPicPr>
          <p:cNvPr id="2050" name="Picture 2" descr="Java (programming language) - Simple English Wikipedia, the free  encyclopedia">
            <a:extLst>
              <a:ext uri="{FF2B5EF4-FFF2-40B4-BE49-F238E27FC236}">
                <a16:creationId xmlns:a16="http://schemas.microsoft.com/office/drawing/2014/main" id="{B87D3C7F-4DB8-4350-B317-04145B290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629" y="3294746"/>
            <a:ext cx="1466532" cy="264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E28923-49A6-2ECC-8AFD-BCB3BFE99422}"/>
              </a:ext>
            </a:extLst>
          </p:cNvPr>
          <p:cNvSpPr txBox="1"/>
          <p:nvPr/>
        </p:nvSpPr>
        <p:spPr>
          <a:xfrm>
            <a:off x="9422767" y="6065907"/>
            <a:ext cx="2606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161513"/>
                </a:solidFill>
                <a:effectLst/>
                <a:latin typeface="Denim" panose="020B0504030102020204" pitchFamily="34" charset="0"/>
                <a:cs typeface="Denim" panose="020B0504030102020204" pitchFamily="34" charset="0"/>
              </a:rPr>
              <a:t>Duke</a:t>
            </a:r>
            <a:r>
              <a:rPr lang="en-US" b="1" i="0" dirty="0">
                <a:effectLst/>
                <a:latin typeface="Denim" panose="020B0504030102020204" pitchFamily="34" charset="0"/>
                <a:cs typeface="Denim" panose="020B0504030102020204" pitchFamily="34" charset="0"/>
              </a:rPr>
              <a:t>,</a:t>
            </a:r>
            <a:r>
              <a:rPr lang="en-US" b="1" i="0" dirty="0">
                <a:solidFill>
                  <a:srgbClr val="161513"/>
                </a:solidFill>
                <a:effectLst/>
                <a:latin typeface="Denim" panose="020B0504030102020204" pitchFamily="34" charset="0"/>
                <a:cs typeface="Denim" panose="020B0504030102020204" pitchFamily="34" charset="0"/>
              </a:rPr>
              <a:t> the Java Mascot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17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64A4-D875-1F4F-D64F-F65AD1C3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BC81-1AA4-908B-EDBA-3E7884F86C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Java 8 – the previous big 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The new faster release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What is an LTS?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Link to GitHub repo with the example</a:t>
            </a:r>
            <a:r>
              <a:rPr lang="en-US" dirty="0">
                <a:solidFill>
                  <a:schemeClr val="tx1"/>
                </a:solidFill>
              </a:rPr>
              <a:t>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https://github.com/Jivkomg/java-versions-demo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45CB0-8A45-7BB8-7950-E63B054B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t>3</a:t>
            </a:fld>
            <a:endParaRPr lang="en-GB"/>
          </a:p>
        </p:txBody>
      </p:sp>
      <p:pic>
        <p:nvPicPr>
          <p:cNvPr id="4098" name="Picture 2" descr="Java 8 Features with Examples | DigitalOcean">
            <a:extLst>
              <a:ext uri="{FF2B5EF4-FFF2-40B4-BE49-F238E27FC236}">
                <a16:creationId xmlns:a16="http://schemas.microsoft.com/office/drawing/2014/main" id="{70053FC5-5ACF-ED2E-6F2B-6D387DA8A3F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4" r="463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GitHub Logo, symbol, meaning, history, PNG, brand">
            <a:extLst>
              <a:ext uri="{FF2B5EF4-FFF2-40B4-BE49-F238E27FC236}">
                <a16:creationId xmlns:a16="http://schemas.microsoft.com/office/drawing/2014/main" id="{993A33F9-7804-6F2C-303F-3648DFA6A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62" y="3451066"/>
            <a:ext cx="1939556" cy="10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91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1C8E6CB9-3C5F-1823-21F5-1D1147F8C2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9" r="141"/>
          <a:stretch/>
        </p:blipFill>
        <p:spPr bwMode="auto">
          <a:xfrm>
            <a:off x="120650" y="691376"/>
            <a:ext cx="11933818" cy="546098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1495349C-9487-046A-719F-E32B60B621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0800" y="6271200"/>
            <a:ext cx="493200" cy="306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744E223F-82E5-644F-BB44-11961725C4B5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2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you stuck with Java 8?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Stability and compatibility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Limited resources and time constraints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Dependance on older libraries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27650" name="Picture 2" descr="No alt text provided for this image">
            <a:extLst>
              <a:ext uri="{FF2B5EF4-FFF2-40B4-BE49-F238E27FC236}">
                <a16:creationId xmlns:a16="http://schemas.microsoft.com/office/drawing/2014/main" id="{387EB80E-20DE-EC23-9BDF-A0C566CF3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76" y="1214437"/>
            <a:ext cx="6676124" cy="409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A7264D-C71C-2935-AC72-CB88175F0378}"/>
              </a:ext>
            </a:extLst>
          </p:cNvPr>
          <p:cNvSpPr txBox="1"/>
          <p:nvPr/>
        </p:nvSpPr>
        <p:spPr>
          <a:xfrm>
            <a:off x="4921277" y="5223871"/>
            <a:ext cx="7118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Source: https://newrelic.com/resources/report/2022-state-of-java-ecosystem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6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Migrate?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First rule of programming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 If it works don’t touch it </a:t>
            </a:r>
            <a:r>
              <a:rPr lang="bg-BG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chemeClr val="tx1"/>
                </a:solidFill>
              </a:rPr>
              <a:t>not relevant here</a:t>
            </a:r>
            <a:r>
              <a:rPr lang="bg-BG" sz="2000" dirty="0">
                <a:solidFill>
                  <a:schemeClr val="tx1"/>
                </a:solidFill>
              </a:rPr>
              <a:t>)</a:t>
            </a: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New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Security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Performance improvements</a:t>
            </a:r>
          </a:p>
        </p:txBody>
      </p:sp>
      <p:pic>
        <p:nvPicPr>
          <p:cNvPr id="5122" name="Picture 2" descr="Hovhannes Asatryan on LinkedIn: &quot;IF IT WORKS, DON'T TOUCH IT&quot; 🧐">
            <a:extLst>
              <a:ext uri="{FF2B5EF4-FFF2-40B4-BE49-F238E27FC236}">
                <a16:creationId xmlns:a16="http://schemas.microsoft.com/office/drawing/2014/main" id="{228B7EDC-83AC-03D1-584E-DD9FC8C62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929" y="786825"/>
            <a:ext cx="34290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85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Factory methods for Collections </a:t>
            </a:r>
            <a:r>
              <a:rPr lang="en-GB" b="1" i="1" dirty="0">
                <a:solidFill>
                  <a:schemeClr val="tx1"/>
                </a:solidFill>
              </a:rPr>
              <a:t>of</a:t>
            </a:r>
            <a:r>
              <a:rPr lang="bg-BG" b="1" i="1" dirty="0">
                <a:solidFill>
                  <a:schemeClr val="tx1"/>
                </a:solidFill>
              </a:rPr>
              <a:t>()</a:t>
            </a:r>
            <a:endParaRPr lang="en-US" b="1" i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Private methods in interfaces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89E18-0F8E-BAFC-96E3-CE570BF15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77" y="1889761"/>
            <a:ext cx="8463234" cy="1082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581BD-6E48-0666-C5BD-031B46D8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77" y="3429000"/>
            <a:ext cx="5077603" cy="260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Enhanced try with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Improved warnings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E2630-465E-81F2-74EE-0DDECE7F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2" y="1854200"/>
            <a:ext cx="74009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9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Factory methods for Collections </a:t>
            </a:r>
            <a:r>
              <a:rPr lang="en-GB" b="1" i="1" dirty="0" err="1">
                <a:solidFill>
                  <a:schemeClr val="tx1"/>
                </a:solidFill>
              </a:rPr>
              <a:t>copyOf</a:t>
            </a:r>
            <a:r>
              <a:rPr lang="en-GB" b="1" i="1" dirty="0">
                <a:solidFill>
                  <a:schemeClr val="tx1"/>
                </a:solidFill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i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Optional </a:t>
            </a:r>
            <a:r>
              <a:rPr lang="en-GB" b="1" i="1" dirty="0" err="1">
                <a:solidFill>
                  <a:schemeClr val="tx1"/>
                </a:solidFill>
              </a:rPr>
              <a:t>orElseThrow</a:t>
            </a:r>
            <a:r>
              <a:rPr lang="en-GB" b="1" i="1" dirty="0">
                <a:solidFill>
                  <a:schemeClr val="tx1"/>
                </a:solidFill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Improved Docker Container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E70F11-814B-4BC6-EDD6-4FB33A470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38" y="535940"/>
            <a:ext cx="5513262" cy="1722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DE2B1-F62C-1C32-DA92-E06A88E1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63" y="2905201"/>
            <a:ext cx="10279950" cy="30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D39FC2-3282-BA1A-C360-BF148FA35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2" y="3930363"/>
            <a:ext cx="7593566" cy="11230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703A44-EFA7-AC44-35BA-9BAE39CF7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732" y="5236009"/>
            <a:ext cx="7719587" cy="1123083"/>
          </a:xfrm>
          <a:prstGeom prst="rect">
            <a:avLst/>
          </a:prstGeom>
        </p:spPr>
      </p:pic>
      <p:pic>
        <p:nvPicPr>
          <p:cNvPr id="10242" name="Picture 2" descr="Docker Logo PNG Transparent – Brands Logos">
            <a:extLst>
              <a:ext uri="{FF2B5EF4-FFF2-40B4-BE49-F238E27FC236}">
                <a16:creationId xmlns:a16="http://schemas.microsoft.com/office/drawing/2014/main" id="{2B1C9C3A-D5E1-B75C-ED64-A2FEC5EA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390" y="3600801"/>
            <a:ext cx="1624330" cy="136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56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11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Local-Variable Type Inference</a:t>
            </a:r>
            <a:r>
              <a:rPr lang="en-US" sz="1100" dirty="0">
                <a:solidFill>
                  <a:schemeClr val="tx1"/>
                </a:solidFill>
              </a:rPr>
              <a:t>(Without lambda support in JDK 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469D4ED4-6BF4-0F1D-D30A-D45FA5F0C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770" y="1214437"/>
            <a:ext cx="4431030" cy="314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18C7F-B9D4-A1CB-323E-54FBB6350199}"/>
              </a:ext>
            </a:extLst>
          </p:cNvPr>
          <p:cNvSpPr txBox="1"/>
          <p:nvPr/>
        </p:nvSpPr>
        <p:spPr>
          <a:xfrm>
            <a:off x="7609840" y="4353219"/>
            <a:ext cx="331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u="sng" dirty="0">
                <a:effectLst/>
                <a:latin typeface="Denim" panose="020B0504030102020204" pitchFamily="34" charset="0"/>
                <a:cs typeface="Denim" panose="020B0504030102020204" pitchFamily="34" charset="0"/>
                <a:hlinkClick r:id="rId3"/>
              </a:rPr>
              <a:t>JEP-286</a:t>
            </a:r>
            <a:r>
              <a:rPr lang="en-US" b="0" i="0" u="sng" dirty="0">
                <a:effectLst/>
                <a:latin typeface="Denim" panose="020B0504030102020204" pitchFamily="34" charset="0"/>
                <a:cs typeface="Denim" panose="020B0504030102020204" pitchFamily="34" charset="0"/>
              </a:rPr>
              <a:t> </a:t>
            </a:r>
            <a:r>
              <a:rPr lang="en-US" b="0" i="0" dirty="0">
                <a:effectLst/>
                <a:latin typeface="Denim" panose="020B0504030102020204" pitchFamily="34" charset="0"/>
                <a:cs typeface="Denim" panose="020B0504030102020204" pitchFamily="34" charset="0"/>
              </a:rPr>
              <a:t>proposal survey</a:t>
            </a:r>
          </a:p>
          <a:p>
            <a:pPr algn="ctr"/>
            <a:r>
              <a:rPr lang="en-US" dirty="0">
                <a:latin typeface="Denim" panose="020B0504030102020204" pitchFamily="34" charset="0"/>
                <a:cs typeface="Denim" panose="020B0504030102020204" pitchFamily="34" charset="0"/>
              </a:rPr>
              <a:t>vox populi vox Dei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4A617-88D8-FC02-C4D5-AA600E019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9" y="1853814"/>
            <a:ext cx="5062318" cy="1366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B54C83-F036-139F-F859-9BE724209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13" y="3396400"/>
            <a:ext cx="5089123" cy="1039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8A5AC6-7D3E-399E-D0E6-7E0EFF899A4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" t="11950" r="-1035"/>
          <a:stretch/>
        </p:blipFill>
        <p:spPr>
          <a:xfrm>
            <a:off x="621108" y="4611100"/>
            <a:ext cx="5115928" cy="16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8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11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String enhancements </a:t>
            </a:r>
            <a:r>
              <a:rPr lang="en-US" b="1" i="1" dirty="0" err="1">
                <a:solidFill>
                  <a:schemeClr val="tx1"/>
                </a:solidFill>
              </a:rPr>
              <a:t>isBlank</a:t>
            </a:r>
            <a:r>
              <a:rPr lang="en-US" b="1" i="1" dirty="0">
                <a:solidFill>
                  <a:schemeClr val="tx1"/>
                </a:solidFill>
              </a:rPr>
              <a:t>(), lines(), repeat()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b="1" i="1" dirty="0">
                <a:solidFill>
                  <a:schemeClr val="tx1"/>
                </a:solidFill>
              </a:rPr>
              <a:t> strip()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Launching Single-File Source-Code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TLS 1.3 support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AFEDC-BEC8-10AB-22FB-AEC93922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97" y="1879722"/>
            <a:ext cx="7109778" cy="2708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7FE31-48E8-7A86-25F6-9ACE45D3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75" y="2420583"/>
            <a:ext cx="3264068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2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11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Standard HTTP Client, which provides support for HTTP/2, WebSocket, and a non-blocking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Two new garbage collectors</a:t>
            </a:r>
            <a:endParaRPr lang="en-GB" dirty="0">
              <a:solidFill>
                <a:schemeClr val="tx1"/>
              </a:solidFill>
            </a:endParaRP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Epsilon GC – baseline for other </a:t>
            </a:r>
            <a:r>
              <a:rPr lang="en-GB" sz="2000" dirty="0" err="1"/>
              <a:t>gcs</a:t>
            </a:r>
            <a:r>
              <a:rPr lang="en-GB" sz="2000" dirty="0"/>
              <a:t>, for reference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GB" sz="2000" dirty="0"/>
              <a:t>ZGC - </a:t>
            </a:r>
            <a:r>
              <a:rPr lang="en-US" sz="2000" dirty="0"/>
              <a:t>all expensive work concurrently, without stopping the execution of application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C7CE8-405A-7498-2215-18B17D15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" y="1777426"/>
            <a:ext cx="7163168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0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12 and Java 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New GC Shenandoah and GC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Reimplemented TCP Socket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Minor Collectors and String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Enable dynamic archiving of classes at the end of Java application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46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Switch Expression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used as expression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Cases don’t fall-through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Each case its own scope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Cases should be exhausted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F158FE-BC31-499E-11D8-C2F013CD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092" y="958200"/>
            <a:ext cx="4804590" cy="2175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A9ED40-470B-A963-ADA7-8028140F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2" y="3505994"/>
            <a:ext cx="3069017" cy="2295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4B5B50-F688-CB3A-3538-39808DD44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092" y="3501829"/>
            <a:ext cx="6354075" cy="229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53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Helpful </a:t>
            </a:r>
            <a:r>
              <a:rPr lang="en-US" dirty="0" err="1">
                <a:solidFill>
                  <a:schemeClr val="tx1"/>
                </a:solidFill>
              </a:rPr>
              <a:t>NullPointerExceptions</a:t>
            </a:r>
            <a:r>
              <a:rPr lang="en-US" dirty="0">
                <a:solidFill>
                  <a:schemeClr val="tx1"/>
                </a:solidFill>
              </a:rPr>
              <a:t> describing precisely which variable was null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Enabled with -XX:+</a:t>
            </a:r>
            <a:r>
              <a:rPr lang="en-US" dirty="0" err="1">
                <a:solidFill>
                  <a:schemeClr val="tx1"/>
                </a:solidFill>
              </a:rPr>
              <a:t>ShowCodeDetailsInExceptionMessages</a:t>
            </a:r>
            <a:r>
              <a:rPr lang="en-US" dirty="0">
                <a:solidFill>
                  <a:schemeClr val="tx1"/>
                </a:solidFill>
              </a:rPr>
              <a:t> in JDK 14)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93EC8-3819-917B-AF71-7489A9F1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3505994"/>
            <a:ext cx="11709093" cy="5485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BB2C4F-96E6-7DB4-D6EB-0E8DBA2C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" y="2532214"/>
            <a:ext cx="6386642" cy="63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6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 blocks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</a:t>
            </a:r>
            <a:r>
              <a:rPr lang="en-US" sz="2000" dirty="0">
                <a:solidFill>
                  <a:schemeClr val="tx1"/>
                </a:solidFill>
              </a:rPr>
              <a:t>ncidental indentation is automatically removed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Reimplemented UDP Sockets APIs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0CE83-CCD4-B011-A530-7A5D7365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2423581"/>
            <a:ext cx="6043442" cy="2010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967D51-C8B9-8D1D-F105-4FB943623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670" y="1991783"/>
            <a:ext cx="4519370" cy="24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25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Pattern Matching for </a:t>
            </a:r>
            <a:r>
              <a:rPr lang="en-US" sz="2000" b="1" i="1" dirty="0" err="1"/>
              <a:t>instanceof</a:t>
            </a:r>
            <a:endParaRPr lang="en-US" sz="2000" b="1" i="1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BFEDA7-1EE9-FF80-41A9-B58FB5D98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35" y="1905317"/>
            <a:ext cx="5124450" cy="1381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DAE9A-1A25-D099-2504-35D9730B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444" y="2015797"/>
            <a:ext cx="5857131" cy="1160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51FA02-CF4B-AAB1-C502-1C97BC4AE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35" y="3905239"/>
            <a:ext cx="6526848" cy="180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00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Records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compact syntax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 regular class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immutable data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getters, </a:t>
            </a:r>
            <a:r>
              <a:rPr lang="en-US" sz="2000" i="1" dirty="0" err="1"/>
              <a:t>hashCode</a:t>
            </a:r>
            <a:r>
              <a:rPr lang="en-US" sz="2000" dirty="0"/>
              <a:t>, </a:t>
            </a:r>
            <a:r>
              <a:rPr lang="en-US" sz="2000" i="1" dirty="0"/>
              <a:t>equals</a:t>
            </a:r>
            <a:r>
              <a:rPr lang="en-US" sz="2000" dirty="0"/>
              <a:t> and </a:t>
            </a:r>
            <a:r>
              <a:rPr lang="en-US" sz="2000" i="1" dirty="0" err="1"/>
              <a:t>toString</a:t>
            </a:r>
            <a:endParaRPr lang="en-US" sz="2000" i="1" dirty="0"/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can't extend other classes, they can't declare native methods, and they are implicitly final and can't be abstract.</a:t>
            </a:r>
          </a:p>
          <a:p>
            <a:pPr lvl="2" indent="0">
              <a:buNone/>
            </a:pPr>
            <a:endParaRPr lang="en-US" sz="2000" dirty="0"/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29318-336C-4BB6-6F17-100A371F3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124" y="506934"/>
            <a:ext cx="5649676" cy="27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6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17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Required by </a:t>
            </a:r>
            <a:r>
              <a:rPr lang="en-US" sz="2000" dirty="0" err="1"/>
              <a:t>SpringBoot</a:t>
            </a:r>
            <a:r>
              <a:rPr lang="en-US" sz="2000" dirty="0"/>
              <a:t> 3 and Jetty 12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Sealed classes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required that the listed classes directly extend the sealed class.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Options for subclasses</a:t>
            </a:r>
          </a:p>
          <a:p>
            <a:pPr marL="7029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final: the subclass can not be extended at all</a:t>
            </a:r>
          </a:p>
          <a:p>
            <a:pPr marL="7029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sealed: the subclass can only be extended by some permitted classes</a:t>
            </a:r>
          </a:p>
          <a:p>
            <a:pPr marL="7029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non-sealed: the subclass can be freely extended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Mixes well with records, as they are implicitly final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7D1162-F187-36D3-818B-FFB9B27E5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97" y="1789369"/>
            <a:ext cx="7629903" cy="38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9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18, Java 19 and Java 20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Minor</a:t>
            </a:r>
            <a:r>
              <a:rPr lang="en-US" dirty="0"/>
              <a:t> </a:t>
            </a:r>
            <a:r>
              <a:rPr lang="en-US" sz="2000" dirty="0"/>
              <a:t>optimizations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Security improvements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@snippet tag in Javadoc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BigInteger.parallelMultiply</a:t>
            </a: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66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21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Pattern matching for switch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enhances switch to work on any type and to match on more complex patterns.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can match null values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when guard expression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50818D-F4A5-1F95-7D99-E1069162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0" y="2978457"/>
            <a:ext cx="9082570" cy="296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60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21 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Record Patterns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extends the pattern matching capabilities of Java beyond simple type patterns to match and deconstruct Record values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</a:t>
            </a:r>
            <a:r>
              <a:rPr lang="en-US" sz="2000" dirty="0">
                <a:solidFill>
                  <a:schemeClr val="tx1"/>
                </a:solidFill>
              </a:rPr>
              <a:t>t supports nesting 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bg-BG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E1CBE-F242-FDF0-B9F6-CA59A0F98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82" y="3667156"/>
            <a:ext cx="8499519" cy="227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34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48F1-7719-9A59-470C-76662F4C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354492"/>
            <a:ext cx="5490000" cy="859945"/>
          </a:xfrm>
        </p:spPr>
        <p:txBody>
          <a:bodyPr anchor="t">
            <a:normAutofit/>
          </a:bodyPr>
          <a:lstStyle/>
          <a:p>
            <a:r>
              <a:rPr lang="en-GB" dirty="0"/>
              <a:t>Java 21 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8B574-5FFE-30ED-1CDE-D228019E1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397000"/>
            <a:ext cx="5490000" cy="4779963"/>
          </a:xfrm>
        </p:spPr>
        <p:txBody>
          <a:bodyPr anchor="t"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Virtual Threads 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lightweight user-mode threads that are cheap to create in huge numbers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abstraction layer between operating-system processes and application-level concurrency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application instantiates virtual threads and the JVM assigns the compute resources to handle them(conventional threads are mapped directly onto operating system)</a:t>
            </a:r>
          </a:p>
          <a:p>
            <a:endParaRPr lang="en-US" dirty="0"/>
          </a:p>
        </p:txBody>
      </p:sp>
      <p:pic>
        <p:nvPicPr>
          <p:cNvPr id="24580" name="Picture 4" descr="Architecture of virtual threads in Java.">
            <a:extLst>
              <a:ext uri="{FF2B5EF4-FFF2-40B4-BE49-F238E27FC236}">
                <a16:creationId xmlns:a16="http://schemas.microsoft.com/office/drawing/2014/main" id="{C4C36564-A9B4-B174-0C06-531896217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4800" y="1986675"/>
            <a:ext cx="5001875" cy="303863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21CAD-F084-BDA3-E271-F6DE7F9E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0800" y="6271200"/>
            <a:ext cx="493200" cy="306000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744E223F-82E5-644F-BB44-11961725C4B5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600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22 and Java 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String templates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Statements before super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Primitive types in patterns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VectorAPI</a:t>
            </a:r>
            <a:r>
              <a:rPr lang="en-US" sz="2000" dirty="0"/>
              <a:t> - lets you write vector</a:t>
            </a:r>
          </a:p>
          <a:p>
            <a:pPr lvl="1"/>
            <a:r>
              <a:rPr lang="en-US" sz="2000" dirty="0"/>
              <a:t>      computations in Java in a simple </a:t>
            </a:r>
          </a:p>
          <a:p>
            <a:pPr lvl="1"/>
            <a:r>
              <a:rPr lang="en-US" sz="2000" dirty="0"/>
              <a:t>      and concise way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47B0F1-310F-8899-9529-9919FC1D2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460" y="1112571"/>
            <a:ext cx="7788642" cy="859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78B08A-0863-A36B-61EF-889794469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798" y="2155079"/>
            <a:ext cx="6990265" cy="9458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E37DD2-AA36-A51A-844B-7D3226F4B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54" y="3134003"/>
            <a:ext cx="4357948" cy="1449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FAAD66-C12F-76CF-47D5-3966F4501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256" y="4736478"/>
            <a:ext cx="5436344" cy="18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0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glimpse into the future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JDK Enhancement Proposals</a:t>
            </a: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Project Loom </a:t>
            </a:r>
            <a:r>
              <a:rPr lang="en-US" sz="2000" dirty="0"/>
              <a:t> explores JVM features</a:t>
            </a:r>
          </a:p>
          <a:p>
            <a:pPr marL="7029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Structured Concurrency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Project Panama</a:t>
            </a:r>
            <a:r>
              <a:rPr lang="en-US" sz="2000" dirty="0"/>
              <a:t>  improves connections between JVM and non-Java API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Project Valhalla</a:t>
            </a:r>
            <a:r>
              <a:rPr lang="en-US" sz="2000" dirty="0"/>
              <a:t> working on bringing value-based classes (aka user defined primitives) to Java and the JVM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6"/>
              </a:rPr>
              <a:t>Project Amber </a:t>
            </a:r>
            <a:r>
              <a:rPr lang="en-US" sz="2000" dirty="0"/>
              <a:t>new language features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Implicitly Declared Classes and Instance Main Methods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Module Import Declarations </a:t>
            </a:r>
          </a:p>
          <a:p>
            <a:pPr marL="5229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810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21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bg-BG" sz="2000" dirty="0">
              <a:hlinkClick r:id="rId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Source</a:t>
            </a: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28674" name="Picture 2" descr="Throughput">
            <a:extLst>
              <a:ext uri="{FF2B5EF4-FFF2-40B4-BE49-F238E27FC236}">
                <a16:creationId xmlns:a16="http://schemas.microsoft.com/office/drawing/2014/main" id="{EA26627A-EEE0-AC06-63CD-EA055913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" y="1946035"/>
            <a:ext cx="5259254" cy="322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Latency">
            <a:extLst>
              <a:ext uri="{FF2B5EF4-FFF2-40B4-BE49-F238E27FC236}">
                <a16:creationId xmlns:a16="http://schemas.microsoft.com/office/drawing/2014/main" id="{E6F7CDDE-3C24-384A-12EB-ED59E53A8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640" y="1977466"/>
            <a:ext cx="5914663" cy="322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348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other benefits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Java in the Cloud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Fast LTS train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companies: be hip with the kids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bg-BG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  <p:pic>
        <p:nvPicPr>
          <p:cNvPr id="31746" name="Picture 2" descr="Oracle Releases Java 21 and Extends Support Roadmap">
            <a:extLst>
              <a:ext uri="{FF2B5EF4-FFF2-40B4-BE49-F238E27FC236}">
                <a16:creationId xmlns:a16="http://schemas.microsoft.com/office/drawing/2014/main" id="{71C403F6-12E2-9A16-F2EB-B64132A64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78" y="1397000"/>
            <a:ext cx="6359822" cy="332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299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E7E0-B4B7-D6EB-335E-7C5330EE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reading recommendations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A4C12-E1C3-FC69-DC3A-8146E7A1D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4E223F-82E5-644F-BB44-11961725C4B5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FC276-6950-C538-9300-BCD06E0539C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VDTRIESTE22, Conference by Simone Bordet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hlinkClick r:id="rId2"/>
              </a:rPr>
              <a:t>https://advancedweb.hu/a-categorized-list-of-all-java-and-jvm-features-since-jdk-8-to-21/#deprecation-and-removal</a:t>
            </a: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hlinkClick r:id="rId3"/>
              </a:rPr>
              <a:t>https://kstefanj.github.io/2023/12/13/jdk-21-the-gcs-keep-getting-better.html</a:t>
            </a: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hlinkClick r:id="rId4"/>
              </a:rPr>
              <a:t>https://www.infoworld.com/article/3678148/intro-to-virtual-threads-a-new-approach-to-java-concurrency.html</a:t>
            </a: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hlinkClick r:id="rId5"/>
              </a:rPr>
              <a:t>https://coderoasis.com/java-23-new-features/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bg-BG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998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C65AFF-E5C7-7B96-D6F5-D3F71706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654" y="1243011"/>
            <a:ext cx="5191124" cy="1922463"/>
          </a:xfrm>
        </p:spPr>
        <p:txBody>
          <a:bodyPr anchor="t">
            <a:normAutofit fontScale="90000"/>
          </a:bodyPr>
          <a:lstStyle/>
          <a:p>
            <a:r>
              <a:rPr lang="en-US" sz="6800" dirty="0"/>
              <a:t>Thank you for your attention!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469B081-0A40-E399-9A07-D5A4E447F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654" y="3773513"/>
            <a:ext cx="5169353" cy="103858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QnA</a:t>
            </a:r>
            <a:r>
              <a:rPr lang="en-US" dirty="0"/>
              <a:t> Session</a:t>
            </a:r>
          </a:p>
        </p:txBody>
      </p:sp>
      <p:pic>
        <p:nvPicPr>
          <p:cNvPr id="1032" name="Picture 8" descr="Java 21 will introduce Unnamed Classes and Instance Main Methods :  r/ProgrammerHumor">
            <a:extLst>
              <a:ext uri="{FF2B5EF4-FFF2-40B4-BE49-F238E27FC236}">
                <a16:creationId xmlns:a16="http://schemas.microsoft.com/office/drawing/2014/main" id="{52BF7A2F-4DEC-ADAE-C8F5-33410199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73735"/>
            <a:ext cx="5510530" cy="551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571850"/>
      </p:ext>
    </p:extLst>
  </p:cSld>
  <p:clrMapOvr>
    <a:masterClrMapping/>
  </p:clrMapOvr>
</p:sld>
</file>

<file path=ppt/theme/theme1.xml><?xml version="1.0" encoding="utf-8"?>
<a:theme xmlns:a="http://schemas.openxmlformats.org/drawingml/2006/main" name="Paysafe template Body slides">
  <a:themeElements>
    <a:clrScheme name="paysafe 2024">
      <a:dk1>
        <a:srgbClr val="141414"/>
      </a:dk1>
      <a:lt1>
        <a:srgbClr val="FFFFFF"/>
      </a:lt1>
      <a:dk2>
        <a:srgbClr val="CDD2CB"/>
      </a:dk2>
      <a:lt2>
        <a:srgbClr val="F5F5F0"/>
      </a:lt2>
      <a:accent1>
        <a:srgbClr val="5928FF"/>
      </a:accent1>
      <a:accent2>
        <a:srgbClr val="141414"/>
      </a:accent2>
      <a:accent3>
        <a:srgbClr val="37DC4B"/>
      </a:accent3>
      <a:accent4>
        <a:srgbClr val="E1FABE"/>
      </a:accent4>
      <a:accent5>
        <a:srgbClr val="CDD2C8"/>
      </a:accent5>
      <a:accent6>
        <a:srgbClr val="787D78"/>
      </a:accent6>
      <a:hlink>
        <a:srgbClr val="5928FF"/>
      </a:hlink>
      <a:folHlink>
        <a:srgbClr val="4146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aysafe template Jan 21 2024" id="{2D94F270-8664-D043-9B4B-4661790250FF}" vid="{9C08B938-C05E-4349-95CD-5E36C10E4B3C}"/>
    </a:ext>
  </a:extLst>
</a:theme>
</file>

<file path=ppt/theme/theme2.xml><?xml version="1.0" encoding="utf-8"?>
<a:theme xmlns:a="http://schemas.openxmlformats.org/drawingml/2006/main" name="Title slides">
  <a:themeElements>
    <a:clrScheme name="paysafe 2024">
      <a:dk1>
        <a:srgbClr val="141414"/>
      </a:dk1>
      <a:lt1>
        <a:srgbClr val="FFFFFF"/>
      </a:lt1>
      <a:dk2>
        <a:srgbClr val="CDD2CB"/>
      </a:dk2>
      <a:lt2>
        <a:srgbClr val="F5F5F0"/>
      </a:lt2>
      <a:accent1>
        <a:srgbClr val="5928FF"/>
      </a:accent1>
      <a:accent2>
        <a:srgbClr val="141414"/>
      </a:accent2>
      <a:accent3>
        <a:srgbClr val="37DC4B"/>
      </a:accent3>
      <a:accent4>
        <a:srgbClr val="E1FABE"/>
      </a:accent4>
      <a:accent5>
        <a:srgbClr val="CDD2C8"/>
      </a:accent5>
      <a:accent6>
        <a:srgbClr val="787D78"/>
      </a:accent6>
      <a:hlink>
        <a:srgbClr val="5928FF"/>
      </a:hlink>
      <a:folHlink>
        <a:srgbClr val="4146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aysafe template Jan 21 2024" id="{2D94F270-8664-D043-9B4B-4661790250FF}" vid="{EBE178A3-CDC6-D647-B8C2-52DF14766306}"/>
    </a:ext>
  </a:extLst>
</a:theme>
</file>

<file path=ppt/theme/theme3.xml><?xml version="1.0" encoding="utf-8"?>
<a:theme xmlns:a="http://schemas.openxmlformats.org/drawingml/2006/main" name="Divider slides">
  <a:themeElements>
    <a:clrScheme name="paysafe 2024">
      <a:dk1>
        <a:srgbClr val="141414"/>
      </a:dk1>
      <a:lt1>
        <a:srgbClr val="FFFFFF"/>
      </a:lt1>
      <a:dk2>
        <a:srgbClr val="CDD2CB"/>
      </a:dk2>
      <a:lt2>
        <a:srgbClr val="F5F5F0"/>
      </a:lt2>
      <a:accent1>
        <a:srgbClr val="5928FF"/>
      </a:accent1>
      <a:accent2>
        <a:srgbClr val="141414"/>
      </a:accent2>
      <a:accent3>
        <a:srgbClr val="37DC4B"/>
      </a:accent3>
      <a:accent4>
        <a:srgbClr val="E1FABE"/>
      </a:accent4>
      <a:accent5>
        <a:srgbClr val="CDD2C8"/>
      </a:accent5>
      <a:accent6>
        <a:srgbClr val="787D78"/>
      </a:accent6>
      <a:hlink>
        <a:srgbClr val="5928FF"/>
      </a:hlink>
      <a:folHlink>
        <a:srgbClr val="4146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aysafe template Jan 21 2024" id="{2D94F270-8664-D043-9B4B-4661790250FF}" vid="{9BEE669F-066F-1C4B-8345-3740AA2A7650}"/>
    </a:ext>
  </a:extLst>
</a:theme>
</file>

<file path=ppt/theme/theme4.xml><?xml version="1.0" encoding="utf-8"?>
<a:theme xmlns:a="http://schemas.openxmlformats.org/drawingml/2006/main" name="Agenda slides">
  <a:themeElements>
    <a:clrScheme name="paysafe 2024">
      <a:dk1>
        <a:srgbClr val="141414"/>
      </a:dk1>
      <a:lt1>
        <a:srgbClr val="FFFFFF"/>
      </a:lt1>
      <a:dk2>
        <a:srgbClr val="CDD2CB"/>
      </a:dk2>
      <a:lt2>
        <a:srgbClr val="F5F5F0"/>
      </a:lt2>
      <a:accent1>
        <a:srgbClr val="5928FF"/>
      </a:accent1>
      <a:accent2>
        <a:srgbClr val="141414"/>
      </a:accent2>
      <a:accent3>
        <a:srgbClr val="37DC4B"/>
      </a:accent3>
      <a:accent4>
        <a:srgbClr val="E1FABE"/>
      </a:accent4>
      <a:accent5>
        <a:srgbClr val="CDD2C8"/>
      </a:accent5>
      <a:accent6>
        <a:srgbClr val="787D78"/>
      </a:accent6>
      <a:hlink>
        <a:srgbClr val="5928FF"/>
      </a:hlink>
      <a:folHlink>
        <a:srgbClr val="4146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aysafe template Jan 21 2024" id="{2D94F270-8664-D043-9B4B-4661790250FF}" vid="{0785F36A-C9B2-704F-99D3-ED6F75A924E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6f31fc-ee7e-46ab-877b-331038c29119">
      <Terms xmlns="http://schemas.microsoft.com/office/infopath/2007/PartnerControls"/>
    </lcf76f155ced4ddcb4097134ff3c332f>
    <TaxCatchAll xmlns="5abec387-4919-4555-9e4e-39709209ac9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7774C58B7B4A4E87225EFDF721EC6D" ma:contentTypeVersion="15" ma:contentTypeDescription="Create a new document." ma:contentTypeScope="" ma:versionID="7aeae9656ebb1eb764e03086bc53d417">
  <xsd:schema xmlns:xsd="http://www.w3.org/2001/XMLSchema" xmlns:xs="http://www.w3.org/2001/XMLSchema" xmlns:p="http://schemas.microsoft.com/office/2006/metadata/properties" xmlns:ns2="566f31fc-ee7e-46ab-877b-331038c29119" xmlns:ns3="5abec387-4919-4555-9e4e-39709209ac90" targetNamespace="http://schemas.microsoft.com/office/2006/metadata/properties" ma:root="true" ma:fieldsID="52163b3d8139ddc681dc737095024902" ns2:_="" ns3:_="">
    <xsd:import namespace="566f31fc-ee7e-46ab-877b-331038c29119"/>
    <xsd:import namespace="5abec387-4919-4555-9e4e-39709209ac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f31fc-ee7e-46ab-877b-331038c291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cfd807e-4d10-48fb-bcb2-634b1f80ff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ec387-4919-4555-9e4e-39709209ac9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09016f9-5f8d-497e-b1f6-2d4da7fa2fe1}" ma:internalName="TaxCatchAll" ma:showField="CatchAllData" ma:web="5abec387-4919-4555-9e4e-39709209ac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E093A-560D-402C-8137-E63637444430}">
  <ds:schemaRefs>
    <ds:schemaRef ds:uri="http://www.w3.org/XML/1998/namespace"/>
    <ds:schemaRef ds:uri="http://schemas.microsoft.com/office/2006/documentManagement/types"/>
    <ds:schemaRef ds:uri="566f31fc-ee7e-46ab-877b-331038c29119"/>
    <ds:schemaRef ds:uri="5abec387-4919-4555-9e4e-39709209ac90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EC90A16-B647-4E0B-AFC7-1434C0026F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EF29D6-2975-4546-A51F-4D32BF88B1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6f31fc-ee7e-46ab-877b-331038c29119"/>
    <ds:schemaRef ds:uri="5abec387-4919-4555-9e4e-39709209ac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ea0679f-09fa-4528-8ac1-fa7f6af28b52}" enabled="1" method="Privileged" siteId="{07018c2a-e7d8-4bf1-9456-092ad6aecf0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Paysafe template Body slides</Template>
  <TotalTime>3176</TotalTime>
  <Words>782</Words>
  <Application>Microsoft Office PowerPoint</Application>
  <PresentationFormat>Widescreen</PresentationFormat>
  <Paragraphs>395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Denim SemiBold</vt:lpstr>
      <vt:lpstr>Denim</vt:lpstr>
      <vt:lpstr>Denim WD SemiBold</vt:lpstr>
      <vt:lpstr>Arial Unicode MS</vt:lpstr>
      <vt:lpstr>Arial</vt:lpstr>
      <vt:lpstr>Calibri</vt:lpstr>
      <vt:lpstr>Paysafe template Body slides</vt:lpstr>
      <vt:lpstr>Title slides</vt:lpstr>
      <vt:lpstr>Divider slides</vt:lpstr>
      <vt:lpstr>Agenda slides</vt:lpstr>
      <vt:lpstr>Beyond Java 8 Unveiling the Latest Features </vt:lpstr>
      <vt:lpstr>PowerPoint Presentation</vt:lpstr>
      <vt:lpstr>Introduction</vt:lpstr>
      <vt:lpstr>PowerPoint Presentation</vt:lpstr>
      <vt:lpstr>Why are you stuck with Java 8?</vt:lpstr>
      <vt:lpstr>Why Migrate?</vt:lpstr>
      <vt:lpstr>Java 9</vt:lpstr>
      <vt:lpstr>Java 9</vt:lpstr>
      <vt:lpstr>Java 10</vt:lpstr>
      <vt:lpstr>Java 11 LTS</vt:lpstr>
      <vt:lpstr>Java 11 LTS</vt:lpstr>
      <vt:lpstr>Java 11 LTS</vt:lpstr>
      <vt:lpstr>Java 12 and Java 13</vt:lpstr>
      <vt:lpstr>Java 14</vt:lpstr>
      <vt:lpstr>Java 15</vt:lpstr>
      <vt:lpstr>Java 15</vt:lpstr>
      <vt:lpstr>Java 16</vt:lpstr>
      <vt:lpstr>Java 16</vt:lpstr>
      <vt:lpstr>Java 17 LTS</vt:lpstr>
      <vt:lpstr>Java 18, Java 19 and Java 20</vt:lpstr>
      <vt:lpstr>Java 21 LTS</vt:lpstr>
      <vt:lpstr>Java 21 LTS</vt:lpstr>
      <vt:lpstr>Java 21 LTS</vt:lpstr>
      <vt:lpstr>Java 22 and Java 23</vt:lpstr>
      <vt:lpstr>A glimpse into the future</vt:lpstr>
      <vt:lpstr>Java 21 Performance</vt:lpstr>
      <vt:lpstr>Conclusion and other benefits</vt:lpstr>
      <vt:lpstr>References and reading recommendations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Irma Stefanova</dc:creator>
  <cp:lastModifiedBy>Zhivko Georgiev</cp:lastModifiedBy>
  <cp:revision>17</cp:revision>
  <dcterms:created xsi:type="dcterms:W3CDTF">2024-04-24T13:12:09Z</dcterms:created>
  <dcterms:modified xsi:type="dcterms:W3CDTF">2024-05-15T09:06:32Z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0x0101006E7774C58B7B4A4E87225EFDF721EC6D</vt:lpwstr>
  </property>
  <property fmtid="{D5CDD505-2E9C-101B-9397-08002B2CF9AE}" pid="3" name="MediaServiceImageTags">
    <vt:lpwstr/>
  </property>
</Properties>
</file>